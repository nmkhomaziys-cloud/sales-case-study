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smtClean="0"/>
              <a:t>Monthly</a:t>
            </a:r>
            <a:r>
              <a:rPr lang="en-US" baseline="0" dirty="0" smtClean="0"/>
              <a:t> Sales, Cost of Sales, Gross Profit</a:t>
            </a:r>
            <a:endParaRPr lang="en-US"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Sheet1!$G$1</c:f>
              <c:strCache>
                <c:ptCount val="1"/>
                <c:pt idx="0">
                  <c:v>Sum of sales</c:v>
                </c:pt>
              </c:strCache>
            </c:strRef>
          </c:tx>
          <c:spPr>
            <a:solidFill>
              <a:schemeClr val="accent1"/>
            </a:solidFill>
            <a:ln>
              <a:noFill/>
            </a:ln>
            <a:effectLst/>
          </c:spPr>
          <c:invertIfNegative val="0"/>
          <c:cat>
            <c:strRef>
              <c:f>Sheet1!$F$2:$F$13</c:f>
              <c:strCache>
                <c:ptCount val="12"/>
                <c:pt idx="0">
                  <c:v>May</c:v>
                </c:pt>
                <c:pt idx="1">
                  <c:v>Apr</c:v>
                </c:pt>
                <c:pt idx="2">
                  <c:v>Jun</c:v>
                </c:pt>
                <c:pt idx="3">
                  <c:v>Aug</c:v>
                </c:pt>
                <c:pt idx="4">
                  <c:v>Mar</c:v>
                </c:pt>
                <c:pt idx="5">
                  <c:v>Feb</c:v>
                </c:pt>
                <c:pt idx="6">
                  <c:v>Sep</c:v>
                </c:pt>
                <c:pt idx="7">
                  <c:v>Jan</c:v>
                </c:pt>
                <c:pt idx="8">
                  <c:v>Dec</c:v>
                </c:pt>
                <c:pt idx="9">
                  <c:v>Jul</c:v>
                </c:pt>
                <c:pt idx="10">
                  <c:v>Oct</c:v>
                </c:pt>
                <c:pt idx="11">
                  <c:v>Nov</c:v>
                </c:pt>
              </c:strCache>
            </c:strRef>
          </c:cat>
          <c:val>
            <c:numRef>
              <c:f>Sheet1!$G$2:$G$13</c:f>
              <c:numCache>
                <c:formatCode>_("$"* #,##0_);_("$"* \(#,##0\);_("$"* "-"??_);_(@_)</c:formatCode>
                <c:ptCount val="12"/>
                <c:pt idx="0">
                  <c:v>21249505.249619901</c:v>
                </c:pt>
                <c:pt idx="1">
                  <c:v>19056617.417739999</c:v>
                </c:pt>
                <c:pt idx="2">
                  <c:v>18560186.9082199</c:v>
                </c:pt>
                <c:pt idx="3">
                  <c:v>18288376.109929901</c:v>
                </c:pt>
                <c:pt idx="4">
                  <c:v>16500726.3341399</c:v>
                </c:pt>
                <c:pt idx="5">
                  <c:v>15573874.37641</c:v>
                </c:pt>
                <c:pt idx="6">
                  <c:v>15102406.33715</c:v>
                </c:pt>
                <c:pt idx="7">
                  <c:v>13107462.50636</c:v>
                </c:pt>
                <c:pt idx="8">
                  <c:v>12960592.4291499</c:v>
                </c:pt>
                <c:pt idx="9">
                  <c:v>11936228.62638</c:v>
                </c:pt>
                <c:pt idx="10">
                  <c:v>10753658.46085</c:v>
                </c:pt>
                <c:pt idx="11">
                  <c:v>9169502.2264699992</c:v>
                </c:pt>
              </c:numCache>
            </c:numRef>
          </c:val>
        </c:ser>
        <c:ser>
          <c:idx val="1"/>
          <c:order val="1"/>
          <c:tx>
            <c:strRef>
              <c:f>Sheet1!$H$1</c:f>
              <c:strCache>
                <c:ptCount val="1"/>
                <c:pt idx="0">
                  <c:v>Sum of cost of sales</c:v>
                </c:pt>
              </c:strCache>
            </c:strRef>
          </c:tx>
          <c:spPr>
            <a:solidFill>
              <a:schemeClr val="accent2"/>
            </a:solidFill>
            <a:ln>
              <a:noFill/>
            </a:ln>
            <a:effectLst/>
          </c:spPr>
          <c:invertIfNegative val="0"/>
          <c:cat>
            <c:strRef>
              <c:f>Sheet1!$F$2:$F$13</c:f>
              <c:strCache>
                <c:ptCount val="12"/>
                <c:pt idx="0">
                  <c:v>May</c:v>
                </c:pt>
                <c:pt idx="1">
                  <c:v>Apr</c:v>
                </c:pt>
                <c:pt idx="2">
                  <c:v>Jun</c:v>
                </c:pt>
                <c:pt idx="3">
                  <c:v>Aug</c:v>
                </c:pt>
                <c:pt idx="4">
                  <c:v>Mar</c:v>
                </c:pt>
                <c:pt idx="5">
                  <c:v>Feb</c:v>
                </c:pt>
                <c:pt idx="6">
                  <c:v>Sep</c:v>
                </c:pt>
                <c:pt idx="7">
                  <c:v>Jan</c:v>
                </c:pt>
                <c:pt idx="8">
                  <c:v>Dec</c:v>
                </c:pt>
                <c:pt idx="9">
                  <c:v>Jul</c:v>
                </c:pt>
                <c:pt idx="10">
                  <c:v>Oct</c:v>
                </c:pt>
                <c:pt idx="11">
                  <c:v>Nov</c:v>
                </c:pt>
              </c:strCache>
            </c:strRef>
          </c:cat>
          <c:val>
            <c:numRef>
              <c:f>Sheet1!$H$2:$H$13</c:f>
              <c:numCache>
                <c:formatCode>_("$"* #,##0_);_("$"* \(#,##0\);_("$"* "-"??_);_(@_)</c:formatCode>
                <c:ptCount val="12"/>
                <c:pt idx="0">
                  <c:v>22329336.947719999</c:v>
                </c:pt>
                <c:pt idx="1">
                  <c:v>19894049.194880001</c:v>
                </c:pt>
                <c:pt idx="2">
                  <c:v>19335118.656970002</c:v>
                </c:pt>
                <c:pt idx="3">
                  <c:v>19215147.414869901</c:v>
                </c:pt>
                <c:pt idx="4">
                  <c:v>16933086.230889998</c:v>
                </c:pt>
                <c:pt idx="5">
                  <c:v>15954538.472309999</c:v>
                </c:pt>
                <c:pt idx="6">
                  <c:v>15987109.3242999</c:v>
                </c:pt>
                <c:pt idx="7">
                  <c:v>13504323.025289999</c:v>
                </c:pt>
                <c:pt idx="8">
                  <c:v>13626179.1212599</c:v>
                </c:pt>
                <c:pt idx="9">
                  <c:v>12102480.739469999</c:v>
                </c:pt>
                <c:pt idx="10">
                  <c:v>11213955.3947499</c:v>
                </c:pt>
                <c:pt idx="11">
                  <c:v>9655958.2900300007</c:v>
                </c:pt>
              </c:numCache>
            </c:numRef>
          </c:val>
        </c:ser>
        <c:ser>
          <c:idx val="2"/>
          <c:order val="2"/>
          <c:tx>
            <c:strRef>
              <c:f>Sheet1!$I$1</c:f>
              <c:strCache>
                <c:ptCount val="1"/>
                <c:pt idx="0">
                  <c:v>Sum of Gross_Profit</c:v>
                </c:pt>
              </c:strCache>
            </c:strRef>
          </c:tx>
          <c:spPr>
            <a:solidFill>
              <a:schemeClr val="accent3"/>
            </a:solidFill>
            <a:ln>
              <a:noFill/>
            </a:ln>
            <a:effectLst/>
          </c:spPr>
          <c:invertIfNegative val="0"/>
          <c:cat>
            <c:strRef>
              <c:f>Sheet1!$F$2:$F$13</c:f>
              <c:strCache>
                <c:ptCount val="12"/>
                <c:pt idx="0">
                  <c:v>May</c:v>
                </c:pt>
                <c:pt idx="1">
                  <c:v>Apr</c:v>
                </c:pt>
                <c:pt idx="2">
                  <c:v>Jun</c:v>
                </c:pt>
                <c:pt idx="3">
                  <c:v>Aug</c:v>
                </c:pt>
                <c:pt idx="4">
                  <c:v>Mar</c:v>
                </c:pt>
                <c:pt idx="5">
                  <c:v>Feb</c:v>
                </c:pt>
                <c:pt idx="6">
                  <c:v>Sep</c:v>
                </c:pt>
                <c:pt idx="7">
                  <c:v>Jan</c:v>
                </c:pt>
                <c:pt idx="8">
                  <c:v>Dec</c:v>
                </c:pt>
                <c:pt idx="9">
                  <c:v>Jul</c:v>
                </c:pt>
                <c:pt idx="10">
                  <c:v>Oct</c:v>
                </c:pt>
                <c:pt idx="11">
                  <c:v>Nov</c:v>
                </c:pt>
              </c:strCache>
            </c:strRef>
          </c:cat>
          <c:val>
            <c:numRef>
              <c:f>Sheet1!$I$2:$I$13</c:f>
              <c:numCache>
                <c:formatCode>_("$"* #,##0_);_("$"* \(#,##0\);_("$"* "-"??_);_(@_)</c:formatCode>
                <c:ptCount val="12"/>
                <c:pt idx="0">
                  <c:v>-1079831.6980999899</c:v>
                </c:pt>
                <c:pt idx="1">
                  <c:v>-837431.77713999804</c:v>
                </c:pt>
                <c:pt idx="2">
                  <c:v>-774931.748749997</c:v>
                </c:pt>
                <c:pt idx="3">
                  <c:v>-926771.30493999796</c:v>
                </c:pt>
                <c:pt idx="4">
                  <c:v>-432359.89674999902</c:v>
                </c:pt>
                <c:pt idx="5">
                  <c:v>-380664.09589999903</c:v>
                </c:pt>
                <c:pt idx="6">
                  <c:v>-884702.98714999901</c:v>
                </c:pt>
                <c:pt idx="7">
                  <c:v>-396860.51892999798</c:v>
                </c:pt>
                <c:pt idx="8">
                  <c:v>-665586.69210999797</c:v>
                </c:pt>
                <c:pt idx="9">
                  <c:v>-166252.11308999901</c:v>
                </c:pt>
                <c:pt idx="10">
                  <c:v>-460296.93389999901</c:v>
                </c:pt>
                <c:pt idx="11">
                  <c:v>-486456.06355999899</c:v>
                </c:pt>
              </c:numCache>
            </c:numRef>
          </c:val>
        </c:ser>
        <c:dLbls>
          <c:showLegendKey val="0"/>
          <c:showVal val="0"/>
          <c:showCatName val="0"/>
          <c:showSerName val="0"/>
          <c:showPercent val="0"/>
          <c:showBubbleSize val="0"/>
        </c:dLbls>
        <c:gapWidth val="219"/>
        <c:overlap val="-27"/>
        <c:axId val="-981263104"/>
        <c:axId val="-981264736"/>
      </c:barChart>
      <c:catAx>
        <c:axId val="-981263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264736"/>
        <c:crosses val="autoZero"/>
        <c:auto val="1"/>
        <c:lblAlgn val="ctr"/>
        <c:lblOffset val="100"/>
        <c:noMultiLvlLbl val="0"/>
      </c:catAx>
      <c:valAx>
        <c:axId val="-981264736"/>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2631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smtClean="0"/>
              <a:t>Total</a:t>
            </a:r>
            <a:r>
              <a:rPr lang="en-US" baseline="0" dirty="0" smtClean="0"/>
              <a:t> Sales by Day</a:t>
            </a:r>
            <a:endParaRPr lang="en-US"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Sheet1!$G$1</c:f>
              <c:strCache>
                <c:ptCount val="1"/>
                <c:pt idx="0">
                  <c:v>Sum of sales</c:v>
                </c:pt>
              </c:strCache>
            </c:strRef>
          </c:tx>
          <c:dPt>
            <c:idx val="0"/>
            <c:bubble3D val="0"/>
            <c:spPr>
              <a:solidFill>
                <a:schemeClr val="accent1"/>
              </a:solidFill>
              <a:ln>
                <a:noFill/>
              </a:ln>
              <a:effectLst/>
            </c:spPr>
          </c:dPt>
          <c:dPt>
            <c:idx val="1"/>
            <c:bubble3D val="0"/>
            <c:spPr>
              <a:solidFill>
                <a:schemeClr val="accent2"/>
              </a:solidFill>
              <a:ln>
                <a:noFill/>
              </a:ln>
              <a:effectLst/>
            </c:spPr>
          </c:dPt>
          <c:dPt>
            <c:idx val="2"/>
            <c:bubble3D val="0"/>
            <c:spPr>
              <a:solidFill>
                <a:schemeClr val="accent3"/>
              </a:solidFill>
              <a:ln>
                <a:noFill/>
              </a:ln>
              <a:effectLst/>
            </c:spPr>
          </c:dPt>
          <c:dPt>
            <c:idx val="3"/>
            <c:bubble3D val="0"/>
            <c:spPr>
              <a:solidFill>
                <a:schemeClr val="accent4"/>
              </a:solidFill>
              <a:ln>
                <a:noFill/>
              </a:ln>
              <a:effectLst/>
            </c:spPr>
          </c:dPt>
          <c:dPt>
            <c:idx val="4"/>
            <c:bubble3D val="0"/>
            <c:spPr>
              <a:solidFill>
                <a:schemeClr val="accent5"/>
              </a:solidFill>
              <a:ln>
                <a:noFill/>
              </a:ln>
              <a:effectLst/>
            </c:spPr>
          </c:dPt>
          <c:dPt>
            <c:idx val="5"/>
            <c:bubble3D val="0"/>
            <c:spPr>
              <a:solidFill>
                <a:schemeClr val="accent6"/>
              </a:solidFill>
              <a:ln>
                <a:noFill/>
              </a:ln>
              <a:effectLst/>
            </c:spPr>
          </c:dPt>
          <c:dPt>
            <c:idx val="6"/>
            <c:bubble3D val="0"/>
            <c:spPr>
              <a:solidFill>
                <a:schemeClr val="accent1">
                  <a:lumMod val="60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Sheet1!$F$2:$F$8</c:f>
              <c:strCache>
                <c:ptCount val="7"/>
                <c:pt idx="0">
                  <c:v>Sat</c:v>
                </c:pt>
                <c:pt idx="1">
                  <c:v>Fri</c:v>
                </c:pt>
                <c:pt idx="2">
                  <c:v>Mon</c:v>
                </c:pt>
                <c:pt idx="3">
                  <c:v>Wed</c:v>
                </c:pt>
                <c:pt idx="4">
                  <c:v>Thu</c:v>
                </c:pt>
                <c:pt idx="5">
                  <c:v>Tue</c:v>
                </c:pt>
                <c:pt idx="6">
                  <c:v>Sun</c:v>
                </c:pt>
              </c:strCache>
            </c:strRef>
          </c:cat>
          <c:val>
            <c:numRef>
              <c:f>Sheet1!$G$2:$G$8</c:f>
              <c:numCache>
                <c:formatCode>"$"#,##0</c:formatCode>
                <c:ptCount val="7"/>
                <c:pt idx="0">
                  <c:v>40866720.542099901</c:v>
                </c:pt>
                <c:pt idx="1">
                  <c:v>35956072.621159904</c:v>
                </c:pt>
                <c:pt idx="2">
                  <c:v>22974511.613169901</c:v>
                </c:pt>
                <c:pt idx="3">
                  <c:v>21504195.758349899</c:v>
                </c:pt>
                <c:pt idx="4">
                  <c:v>20752189.136840001</c:v>
                </c:pt>
                <c:pt idx="5">
                  <c:v>20108569.521029901</c:v>
                </c:pt>
                <c:pt idx="6">
                  <c:v>20096877.78977</c:v>
                </c:pt>
              </c:numCache>
            </c:numRef>
          </c:val>
        </c:ser>
        <c:dLbls>
          <c:dLblPos val="bestFit"/>
          <c:showLegendKey val="0"/>
          <c:showVal val="1"/>
          <c:showCatName val="0"/>
          <c:showSerName val="0"/>
          <c:showPercent val="0"/>
          <c:showBubbleSize val="0"/>
          <c:showLeaderLines val="1"/>
        </c:dLbls>
        <c:firstSliceAng val="0"/>
      </c:pieChart>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n-US" b="1" dirty="0" smtClean="0"/>
              <a:t>Correlation</a:t>
            </a:r>
            <a:r>
              <a:rPr lang="en-US" b="1" baseline="0" dirty="0" smtClean="0"/>
              <a:t> between selling price and quantity sold</a:t>
            </a:r>
            <a:endParaRPr lang="en-US" b="1" dirty="0"/>
          </a:p>
        </c:rich>
      </c:tx>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Sheet1!$E$1</c:f>
              <c:strCache>
                <c:ptCount val="1"/>
                <c:pt idx="0">
                  <c:v>quantity sold</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Sheet1!$D$2:$D$1000</c:f>
              <c:numCache>
                <c:formatCode>_("$"* #,##0.00_);_("$"* \(#,##0.00\);_("$"* "-"??_);_(@_)</c:formatCode>
                <c:ptCount val="999"/>
                <c:pt idx="0">
                  <c:v>30.702370086979201</c:v>
                </c:pt>
                <c:pt idx="1">
                  <c:v>30.721474956019101</c:v>
                </c:pt>
                <c:pt idx="2">
                  <c:v>30.7215550397604</c:v>
                </c:pt>
                <c:pt idx="3">
                  <c:v>30.7221630238095</c:v>
                </c:pt>
                <c:pt idx="4">
                  <c:v>30.727268201495399</c:v>
                </c:pt>
                <c:pt idx="5">
                  <c:v>30.728840183727002</c:v>
                </c:pt>
                <c:pt idx="6">
                  <c:v>30.7313819182652</c:v>
                </c:pt>
                <c:pt idx="7">
                  <c:v>30.7329668410596</c:v>
                </c:pt>
                <c:pt idx="8">
                  <c:v>30.734457412630199</c:v>
                </c:pt>
                <c:pt idx="9">
                  <c:v>30.7504898897344</c:v>
                </c:pt>
                <c:pt idx="10">
                  <c:v>30.754851133436301</c:v>
                </c:pt>
                <c:pt idx="11">
                  <c:v>30.763479742599699</c:v>
                </c:pt>
                <c:pt idx="12">
                  <c:v>30.835363486362098</c:v>
                </c:pt>
                <c:pt idx="13">
                  <c:v>31.0683705468327</c:v>
                </c:pt>
                <c:pt idx="14">
                  <c:v>31.643253745395</c:v>
                </c:pt>
                <c:pt idx="15">
                  <c:v>31.703557186638001</c:v>
                </c:pt>
                <c:pt idx="16">
                  <c:v>31.735427924248</c:v>
                </c:pt>
                <c:pt idx="17">
                  <c:v>31.787539463387301</c:v>
                </c:pt>
                <c:pt idx="18">
                  <c:v>31.813338139870201</c:v>
                </c:pt>
                <c:pt idx="19">
                  <c:v>31.870914988843602</c:v>
                </c:pt>
                <c:pt idx="20">
                  <c:v>31.913480342335902</c:v>
                </c:pt>
                <c:pt idx="21">
                  <c:v>31.918308777659199</c:v>
                </c:pt>
                <c:pt idx="22">
                  <c:v>31.978422204659399</c:v>
                </c:pt>
                <c:pt idx="23">
                  <c:v>31.985410748985299</c:v>
                </c:pt>
                <c:pt idx="24">
                  <c:v>31.988567992391399</c:v>
                </c:pt>
                <c:pt idx="25">
                  <c:v>31.9953697279289</c:v>
                </c:pt>
                <c:pt idx="26">
                  <c:v>32.034021627260003</c:v>
                </c:pt>
                <c:pt idx="27">
                  <c:v>32.035821613914997</c:v>
                </c:pt>
                <c:pt idx="28">
                  <c:v>32.0455305530676</c:v>
                </c:pt>
                <c:pt idx="29">
                  <c:v>32.059007504733003</c:v>
                </c:pt>
                <c:pt idx="30">
                  <c:v>32.067428299930803</c:v>
                </c:pt>
                <c:pt idx="31">
                  <c:v>32.067654884634202</c:v>
                </c:pt>
                <c:pt idx="32">
                  <c:v>32.069889837153198</c:v>
                </c:pt>
                <c:pt idx="33">
                  <c:v>32.073162707544903</c:v>
                </c:pt>
                <c:pt idx="34">
                  <c:v>32.074398712630497</c:v>
                </c:pt>
                <c:pt idx="35">
                  <c:v>32.094330108108103</c:v>
                </c:pt>
                <c:pt idx="36">
                  <c:v>32.097495626967003</c:v>
                </c:pt>
                <c:pt idx="37">
                  <c:v>32.105239308072399</c:v>
                </c:pt>
                <c:pt idx="38">
                  <c:v>32.105817274772498</c:v>
                </c:pt>
                <c:pt idx="39">
                  <c:v>32.1075452153272</c:v>
                </c:pt>
                <c:pt idx="40">
                  <c:v>32.109964044943801</c:v>
                </c:pt>
                <c:pt idx="41">
                  <c:v>32.124713035606497</c:v>
                </c:pt>
                <c:pt idx="42">
                  <c:v>32.126968458610797</c:v>
                </c:pt>
                <c:pt idx="43">
                  <c:v>32.135867685978702</c:v>
                </c:pt>
                <c:pt idx="44">
                  <c:v>32.136001973684202</c:v>
                </c:pt>
                <c:pt idx="45">
                  <c:v>32.141067317451302</c:v>
                </c:pt>
                <c:pt idx="46">
                  <c:v>32.155458630698298</c:v>
                </c:pt>
                <c:pt idx="47">
                  <c:v>32.157059360852102</c:v>
                </c:pt>
                <c:pt idx="48">
                  <c:v>32.157391212561002</c:v>
                </c:pt>
                <c:pt idx="49">
                  <c:v>32.1586921330926</c:v>
                </c:pt>
                <c:pt idx="50">
                  <c:v>32.163877754677699</c:v>
                </c:pt>
                <c:pt idx="51">
                  <c:v>32.165992677448301</c:v>
                </c:pt>
                <c:pt idx="52">
                  <c:v>32.166842834728001</c:v>
                </c:pt>
                <c:pt idx="53">
                  <c:v>32.169576457816298</c:v>
                </c:pt>
                <c:pt idx="54">
                  <c:v>32.176851781032099</c:v>
                </c:pt>
                <c:pt idx="55">
                  <c:v>32.1770988069296</c:v>
                </c:pt>
                <c:pt idx="56">
                  <c:v>32.198841506478701</c:v>
                </c:pt>
                <c:pt idx="57">
                  <c:v>32.314773178317502</c:v>
                </c:pt>
                <c:pt idx="58">
                  <c:v>32.373696187512103</c:v>
                </c:pt>
                <c:pt idx="59">
                  <c:v>32.405701168782599</c:v>
                </c:pt>
                <c:pt idx="60">
                  <c:v>32.4067203927492</c:v>
                </c:pt>
                <c:pt idx="61">
                  <c:v>32.415049920416699</c:v>
                </c:pt>
                <c:pt idx="62">
                  <c:v>32.416699076923003</c:v>
                </c:pt>
                <c:pt idx="63">
                  <c:v>32.4168281216891</c:v>
                </c:pt>
                <c:pt idx="64">
                  <c:v>32.417773733213899</c:v>
                </c:pt>
                <c:pt idx="65">
                  <c:v>32.418293752479101</c:v>
                </c:pt>
                <c:pt idx="66">
                  <c:v>32.422802048574397</c:v>
                </c:pt>
                <c:pt idx="67">
                  <c:v>32.424866023977202</c:v>
                </c:pt>
                <c:pt idx="68">
                  <c:v>32.4250583086367</c:v>
                </c:pt>
                <c:pt idx="69">
                  <c:v>32.425341230769199</c:v>
                </c:pt>
                <c:pt idx="70">
                  <c:v>32.427233852898198</c:v>
                </c:pt>
                <c:pt idx="71">
                  <c:v>32.429802553191401</c:v>
                </c:pt>
                <c:pt idx="72">
                  <c:v>32.431428390348103</c:v>
                </c:pt>
                <c:pt idx="73">
                  <c:v>32.432006847935497</c:v>
                </c:pt>
                <c:pt idx="74">
                  <c:v>32.432725517702004</c:v>
                </c:pt>
                <c:pt idx="75">
                  <c:v>32.4332036112257</c:v>
                </c:pt>
                <c:pt idx="76">
                  <c:v>32.433618266978897</c:v>
                </c:pt>
                <c:pt idx="77">
                  <c:v>32.433821454805098</c:v>
                </c:pt>
                <c:pt idx="78">
                  <c:v>32.433999740521799</c:v>
                </c:pt>
                <c:pt idx="79">
                  <c:v>32.435521531449403</c:v>
                </c:pt>
                <c:pt idx="80">
                  <c:v>32.436681484218298</c:v>
                </c:pt>
                <c:pt idx="81">
                  <c:v>32.437157883415701</c:v>
                </c:pt>
                <c:pt idx="82">
                  <c:v>32.437425114294399</c:v>
                </c:pt>
                <c:pt idx="83">
                  <c:v>32.438248461259903</c:v>
                </c:pt>
                <c:pt idx="84">
                  <c:v>32.439045522689199</c:v>
                </c:pt>
                <c:pt idx="85">
                  <c:v>32.440007284393197</c:v>
                </c:pt>
                <c:pt idx="86">
                  <c:v>32.441553216745199</c:v>
                </c:pt>
                <c:pt idx="87">
                  <c:v>32.442092187823199</c:v>
                </c:pt>
                <c:pt idx="88">
                  <c:v>32.442181319630301</c:v>
                </c:pt>
                <c:pt idx="89">
                  <c:v>32.442836518134698</c:v>
                </c:pt>
                <c:pt idx="90">
                  <c:v>32.443489677181702</c:v>
                </c:pt>
                <c:pt idx="91">
                  <c:v>32.443687749887197</c:v>
                </c:pt>
                <c:pt idx="92">
                  <c:v>32.444919554237998</c:v>
                </c:pt>
                <c:pt idx="93">
                  <c:v>32.445250173276797</c:v>
                </c:pt>
                <c:pt idx="94">
                  <c:v>32.445257679544099</c:v>
                </c:pt>
                <c:pt idx="95">
                  <c:v>32.445375605872897</c:v>
                </c:pt>
                <c:pt idx="96">
                  <c:v>32.4456587001104</c:v>
                </c:pt>
                <c:pt idx="97">
                  <c:v>32.446465197538203</c:v>
                </c:pt>
                <c:pt idx="98">
                  <c:v>32.4467364381333</c:v>
                </c:pt>
                <c:pt idx="99">
                  <c:v>32.447586339937402</c:v>
                </c:pt>
                <c:pt idx="100">
                  <c:v>32.448199252759302</c:v>
                </c:pt>
                <c:pt idx="101">
                  <c:v>32.448229076811202</c:v>
                </c:pt>
                <c:pt idx="102">
                  <c:v>32.448632374801903</c:v>
                </c:pt>
                <c:pt idx="103">
                  <c:v>32.448783200413502</c:v>
                </c:pt>
                <c:pt idx="104">
                  <c:v>32.450071601241902</c:v>
                </c:pt>
                <c:pt idx="105">
                  <c:v>32.4504686940612</c:v>
                </c:pt>
                <c:pt idx="106">
                  <c:v>32.450517843275598</c:v>
                </c:pt>
                <c:pt idx="107">
                  <c:v>32.451194363781802</c:v>
                </c:pt>
                <c:pt idx="108">
                  <c:v>32.451545739101903</c:v>
                </c:pt>
                <c:pt idx="109">
                  <c:v>32.452087754432</c:v>
                </c:pt>
                <c:pt idx="110">
                  <c:v>32.453320782073803</c:v>
                </c:pt>
                <c:pt idx="111">
                  <c:v>32.453652991041302</c:v>
                </c:pt>
                <c:pt idx="112">
                  <c:v>32.454468699186897</c:v>
                </c:pt>
                <c:pt idx="113">
                  <c:v>32.454758723296003</c:v>
                </c:pt>
                <c:pt idx="114">
                  <c:v>32.456243366022498</c:v>
                </c:pt>
                <c:pt idx="115">
                  <c:v>32.457405322809102</c:v>
                </c:pt>
                <c:pt idx="116">
                  <c:v>32.458401785928302</c:v>
                </c:pt>
                <c:pt idx="117">
                  <c:v>32.459814640961099</c:v>
                </c:pt>
                <c:pt idx="118">
                  <c:v>32.459827026426801</c:v>
                </c:pt>
                <c:pt idx="119">
                  <c:v>32.460276243634901</c:v>
                </c:pt>
                <c:pt idx="120">
                  <c:v>32.460784127740702</c:v>
                </c:pt>
                <c:pt idx="121">
                  <c:v>32.460855843867797</c:v>
                </c:pt>
                <c:pt idx="122">
                  <c:v>32.461043185786103</c:v>
                </c:pt>
                <c:pt idx="123">
                  <c:v>32.462081033600498</c:v>
                </c:pt>
                <c:pt idx="124">
                  <c:v>32.463600235528503</c:v>
                </c:pt>
                <c:pt idx="125">
                  <c:v>32.465134796695203</c:v>
                </c:pt>
                <c:pt idx="126">
                  <c:v>32.469789816099897</c:v>
                </c:pt>
                <c:pt idx="127">
                  <c:v>32.470446888940998</c:v>
                </c:pt>
                <c:pt idx="128">
                  <c:v>32.471281996021197</c:v>
                </c:pt>
                <c:pt idx="129">
                  <c:v>32.471304972375599</c:v>
                </c:pt>
                <c:pt idx="130">
                  <c:v>32.475078621040097</c:v>
                </c:pt>
                <c:pt idx="131">
                  <c:v>32.478127133269403</c:v>
                </c:pt>
                <c:pt idx="132">
                  <c:v>32.481025700129202</c:v>
                </c:pt>
                <c:pt idx="133">
                  <c:v>32.507107461406498</c:v>
                </c:pt>
                <c:pt idx="134">
                  <c:v>32.508654653863999</c:v>
                </c:pt>
                <c:pt idx="135">
                  <c:v>32.520399239391502</c:v>
                </c:pt>
                <c:pt idx="136">
                  <c:v>32.522668613662397</c:v>
                </c:pt>
                <c:pt idx="137">
                  <c:v>32.542232686775698</c:v>
                </c:pt>
                <c:pt idx="138">
                  <c:v>32.568031566455602</c:v>
                </c:pt>
                <c:pt idx="139">
                  <c:v>32.620362227645103</c:v>
                </c:pt>
                <c:pt idx="140">
                  <c:v>32.8018116156437</c:v>
                </c:pt>
                <c:pt idx="141">
                  <c:v>33.005233663366297</c:v>
                </c:pt>
                <c:pt idx="142">
                  <c:v>33.084317783911601</c:v>
                </c:pt>
                <c:pt idx="143">
                  <c:v>33.202334204935397</c:v>
                </c:pt>
                <c:pt idx="144">
                  <c:v>33.311460357212098</c:v>
                </c:pt>
                <c:pt idx="145">
                  <c:v>33.316724352285704</c:v>
                </c:pt>
                <c:pt idx="146">
                  <c:v>33.317645158257598</c:v>
                </c:pt>
                <c:pt idx="147">
                  <c:v>33.320730585567503</c:v>
                </c:pt>
                <c:pt idx="148">
                  <c:v>33.3214408685064</c:v>
                </c:pt>
                <c:pt idx="149">
                  <c:v>33.323549107470797</c:v>
                </c:pt>
                <c:pt idx="150">
                  <c:v>33.3273774569845</c:v>
                </c:pt>
                <c:pt idx="151">
                  <c:v>33.330249899926201</c:v>
                </c:pt>
                <c:pt idx="152">
                  <c:v>33.330255068493102</c:v>
                </c:pt>
                <c:pt idx="153">
                  <c:v>33.330865370051598</c:v>
                </c:pt>
                <c:pt idx="154">
                  <c:v>33.332061375464598</c:v>
                </c:pt>
                <c:pt idx="155">
                  <c:v>33.332208468427602</c:v>
                </c:pt>
                <c:pt idx="156">
                  <c:v>33.334653264286999</c:v>
                </c:pt>
                <c:pt idx="157">
                  <c:v>33.335293792878097</c:v>
                </c:pt>
                <c:pt idx="158">
                  <c:v>33.336098604444402</c:v>
                </c:pt>
                <c:pt idx="159">
                  <c:v>33.336207427493498</c:v>
                </c:pt>
                <c:pt idx="160">
                  <c:v>33.341088208522898</c:v>
                </c:pt>
                <c:pt idx="161">
                  <c:v>33.344011327116199</c:v>
                </c:pt>
                <c:pt idx="162">
                  <c:v>33.344720608052498</c:v>
                </c:pt>
                <c:pt idx="163">
                  <c:v>33.3453989378757</c:v>
                </c:pt>
                <c:pt idx="164">
                  <c:v>33.3454068130957</c:v>
                </c:pt>
                <c:pt idx="165">
                  <c:v>33.353081967462302</c:v>
                </c:pt>
                <c:pt idx="166">
                  <c:v>33.358516179775201</c:v>
                </c:pt>
                <c:pt idx="167">
                  <c:v>33.3634358313817</c:v>
                </c:pt>
                <c:pt idx="168">
                  <c:v>33.3649823798266</c:v>
                </c:pt>
                <c:pt idx="169">
                  <c:v>33.365260773979799</c:v>
                </c:pt>
                <c:pt idx="170">
                  <c:v>33.366294336202898</c:v>
                </c:pt>
                <c:pt idx="171">
                  <c:v>33.366971160471401</c:v>
                </c:pt>
                <c:pt idx="172">
                  <c:v>33.368034818097001</c:v>
                </c:pt>
                <c:pt idx="173">
                  <c:v>33.3700264152735</c:v>
                </c:pt>
                <c:pt idx="174">
                  <c:v>33.372807517482499</c:v>
                </c:pt>
                <c:pt idx="175">
                  <c:v>33.373661410336197</c:v>
                </c:pt>
                <c:pt idx="176">
                  <c:v>33.379633271432901</c:v>
                </c:pt>
                <c:pt idx="177">
                  <c:v>33.385026422920298</c:v>
                </c:pt>
                <c:pt idx="178">
                  <c:v>33.389573219737997</c:v>
                </c:pt>
                <c:pt idx="179">
                  <c:v>33.3904249267122</c:v>
                </c:pt>
                <c:pt idx="180">
                  <c:v>33.392041068524897</c:v>
                </c:pt>
                <c:pt idx="181">
                  <c:v>33.392442841893001</c:v>
                </c:pt>
                <c:pt idx="182">
                  <c:v>33.394461565811397</c:v>
                </c:pt>
                <c:pt idx="183">
                  <c:v>33.395029619484703</c:v>
                </c:pt>
                <c:pt idx="184">
                  <c:v>33.396372543700998</c:v>
                </c:pt>
                <c:pt idx="185">
                  <c:v>33.397049475611702</c:v>
                </c:pt>
                <c:pt idx="186">
                  <c:v>33.400197354691699</c:v>
                </c:pt>
                <c:pt idx="187">
                  <c:v>33.40089158504</c:v>
                </c:pt>
                <c:pt idx="188">
                  <c:v>33.405220169436298</c:v>
                </c:pt>
                <c:pt idx="189">
                  <c:v>33.412646253127797</c:v>
                </c:pt>
                <c:pt idx="190">
                  <c:v>33.415094242043502</c:v>
                </c:pt>
                <c:pt idx="191">
                  <c:v>33.419388754606999</c:v>
                </c:pt>
                <c:pt idx="192">
                  <c:v>33.425910636015303</c:v>
                </c:pt>
                <c:pt idx="193">
                  <c:v>33.4273450623336</c:v>
                </c:pt>
                <c:pt idx="194">
                  <c:v>33.443107779308299</c:v>
                </c:pt>
                <c:pt idx="195">
                  <c:v>33.444061285714199</c:v>
                </c:pt>
                <c:pt idx="196">
                  <c:v>33.454506756313499</c:v>
                </c:pt>
                <c:pt idx="197">
                  <c:v>33.461942947011799</c:v>
                </c:pt>
                <c:pt idx="198">
                  <c:v>33.478072367749597</c:v>
                </c:pt>
                <c:pt idx="199">
                  <c:v>33.586021913080899</c:v>
                </c:pt>
                <c:pt idx="200">
                  <c:v>33.6061093154362</c:v>
                </c:pt>
                <c:pt idx="201">
                  <c:v>33.610084433374801</c:v>
                </c:pt>
                <c:pt idx="202">
                  <c:v>33.7150267005362</c:v>
                </c:pt>
                <c:pt idx="203">
                  <c:v>33.754778398129197</c:v>
                </c:pt>
                <c:pt idx="204">
                  <c:v>33.7895342140026</c:v>
                </c:pt>
                <c:pt idx="205">
                  <c:v>33.923886607981203</c:v>
                </c:pt>
                <c:pt idx="206">
                  <c:v>33.927138151591997</c:v>
                </c:pt>
                <c:pt idx="207">
                  <c:v>33.969836322263198</c:v>
                </c:pt>
                <c:pt idx="208">
                  <c:v>33.9769221239779</c:v>
                </c:pt>
                <c:pt idx="209">
                  <c:v>34.015410666666597</c:v>
                </c:pt>
                <c:pt idx="210">
                  <c:v>34.0260140605454</c:v>
                </c:pt>
                <c:pt idx="211">
                  <c:v>34.0567990221152</c:v>
                </c:pt>
                <c:pt idx="212">
                  <c:v>34.058997391304302</c:v>
                </c:pt>
                <c:pt idx="213">
                  <c:v>34.073002276295099</c:v>
                </c:pt>
                <c:pt idx="214">
                  <c:v>34.083834364450503</c:v>
                </c:pt>
                <c:pt idx="215">
                  <c:v>34.084665479727001</c:v>
                </c:pt>
                <c:pt idx="216">
                  <c:v>34.087192680060603</c:v>
                </c:pt>
                <c:pt idx="217">
                  <c:v>34.100081270406598</c:v>
                </c:pt>
                <c:pt idx="218">
                  <c:v>34.103772527250698</c:v>
                </c:pt>
                <c:pt idx="219">
                  <c:v>34.108726207270699</c:v>
                </c:pt>
                <c:pt idx="220">
                  <c:v>34.109740155440399</c:v>
                </c:pt>
                <c:pt idx="221">
                  <c:v>34.1101890621363</c:v>
                </c:pt>
                <c:pt idx="222">
                  <c:v>34.110221499148203</c:v>
                </c:pt>
                <c:pt idx="223">
                  <c:v>34.120517625869802</c:v>
                </c:pt>
                <c:pt idx="224">
                  <c:v>34.126085754985702</c:v>
                </c:pt>
                <c:pt idx="225">
                  <c:v>34.128173454935599</c:v>
                </c:pt>
                <c:pt idx="226">
                  <c:v>34.128329091736802</c:v>
                </c:pt>
                <c:pt idx="227">
                  <c:v>34.128791327291502</c:v>
                </c:pt>
                <c:pt idx="228">
                  <c:v>34.132732505609503</c:v>
                </c:pt>
                <c:pt idx="229">
                  <c:v>34.135801927684597</c:v>
                </c:pt>
                <c:pt idx="230">
                  <c:v>34.138261013104803</c:v>
                </c:pt>
                <c:pt idx="231">
                  <c:v>34.138270184035697</c:v>
                </c:pt>
                <c:pt idx="232">
                  <c:v>34.138898686430402</c:v>
                </c:pt>
                <c:pt idx="233">
                  <c:v>34.139135321100902</c:v>
                </c:pt>
                <c:pt idx="234">
                  <c:v>34.139789392278601</c:v>
                </c:pt>
                <c:pt idx="235">
                  <c:v>34.140134017971697</c:v>
                </c:pt>
                <c:pt idx="236">
                  <c:v>34.143983079044098</c:v>
                </c:pt>
                <c:pt idx="237">
                  <c:v>34.145481517639197</c:v>
                </c:pt>
                <c:pt idx="238">
                  <c:v>34.146592348392304</c:v>
                </c:pt>
                <c:pt idx="239">
                  <c:v>34.1484834529276</c:v>
                </c:pt>
                <c:pt idx="240">
                  <c:v>34.157116368563599</c:v>
                </c:pt>
                <c:pt idx="241">
                  <c:v>34.1580162474703</c:v>
                </c:pt>
                <c:pt idx="242">
                  <c:v>34.159196378988298</c:v>
                </c:pt>
                <c:pt idx="243">
                  <c:v>34.160160107860698</c:v>
                </c:pt>
                <c:pt idx="244">
                  <c:v>34.160189150943303</c:v>
                </c:pt>
                <c:pt idx="245">
                  <c:v>34.160776374708902</c:v>
                </c:pt>
                <c:pt idx="246">
                  <c:v>34.162422018832999</c:v>
                </c:pt>
                <c:pt idx="247">
                  <c:v>34.162735419734901</c:v>
                </c:pt>
                <c:pt idx="248">
                  <c:v>34.162943003412899</c:v>
                </c:pt>
                <c:pt idx="249">
                  <c:v>34.164297132685398</c:v>
                </c:pt>
                <c:pt idx="250">
                  <c:v>34.1646169871794</c:v>
                </c:pt>
                <c:pt idx="251">
                  <c:v>34.165100058139501</c:v>
                </c:pt>
                <c:pt idx="252">
                  <c:v>34.165381661170599</c:v>
                </c:pt>
                <c:pt idx="253">
                  <c:v>34.166468514554701</c:v>
                </c:pt>
                <c:pt idx="254">
                  <c:v>34.166674636125002</c:v>
                </c:pt>
                <c:pt idx="255">
                  <c:v>34.166741265060203</c:v>
                </c:pt>
                <c:pt idx="256">
                  <c:v>34.167214267989998</c:v>
                </c:pt>
                <c:pt idx="257">
                  <c:v>34.168365298094599</c:v>
                </c:pt>
                <c:pt idx="258">
                  <c:v>34.168507099035899</c:v>
                </c:pt>
                <c:pt idx="259">
                  <c:v>34.170956161971802</c:v>
                </c:pt>
                <c:pt idx="260">
                  <c:v>34.173400181818103</c:v>
                </c:pt>
                <c:pt idx="261">
                  <c:v>34.1734052127659</c:v>
                </c:pt>
                <c:pt idx="262">
                  <c:v>34.175097722222198</c:v>
                </c:pt>
                <c:pt idx="263">
                  <c:v>34.176148691239298</c:v>
                </c:pt>
                <c:pt idx="264">
                  <c:v>34.176828120195601</c:v>
                </c:pt>
                <c:pt idx="265">
                  <c:v>34.177338630136902</c:v>
                </c:pt>
                <c:pt idx="266">
                  <c:v>34.177429650055103</c:v>
                </c:pt>
                <c:pt idx="267">
                  <c:v>34.181679323513301</c:v>
                </c:pt>
                <c:pt idx="268">
                  <c:v>34.183776459092101</c:v>
                </c:pt>
                <c:pt idx="269">
                  <c:v>34.187825182562499</c:v>
                </c:pt>
                <c:pt idx="270">
                  <c:v>34.1903978718316</c:v>
                </c:pt>
                <c:pt idx="271">
                  <c:v>34.191783756558202</c:v>
                </c:pt>
                <c:pt idx="272">
                  <c:v>34.194762586425099</c:v>
                </c:pt>
                <c:pt idx="273">
                  <c:v>34.197137737765402</c:v>
                </c:pt>
                <c:pt idx="274">
                  <c:v>34.197955265180603</c:v>
                </c:pt>
                <c:pt idx="275">
                  <c:v>34.198208542902101</c:v>
                </c:pt>
                <c:pt idx="276">
                  <c:v>34.202610864728499</c:v>
                </c:pt>
                <c:pt idx="277">
                  <c:v>34.202774013775802</c:v>
                </c:pt>
                <c:pt idx="278">
                  <c:v>34.204241028242798</c:v>
                </c:pt>
                <c:pt idx="279">
                  <c:v>34.207229355233203</c:v>
                </c:pt>
                <c:pt idx="280">
                  <c:v>34.209006689342402</c:v>
                </c:pt>
                <c:pt idx="281">
                  <c:v>34.210447999176999</c:v>
                </c:pt>
                <c:pt idx="282">
                  <c:v>34.213514563106799</c:v>
                </c:pt>
                <c:pt idx="283">
                  <c:v>34.213885678299299</c:v>
                </c:pt>
                <c:pt idx="284">
                  <c:v>34.218697220744602</c:v>
                </c:pt>
                <c:pt idx="285">
                  <c:v>34.2236226664116</c:v>
                </c:pt>
                <c:pt idx="286">
                  <c:v>34.226828619615901</c:v>
                </c:pt>
                <c:pt idx="287">
                  <c:v>34.226943757861598</c:v>
                </c:pt>
                <c:pt idx="288">
                  <c:v>34.228494387250002</c:v>
                </c:pt>
                <c:pt idx="289">
                  <c:v>34.230207246608103</c:v>
                </c:pt>
                <c:pt idx="290">
                  <c:v>34.230969710776499</c:v>
                </c:pt>
                <c:pt idx="291">
                  <c:v>34.231511921824101</c:v>
                </c:pt>
                <c:pt idx="292">
                  <c:v>34.2386603121329</c:v>
                </c:pt>
                <c:pt idx="293">
                  <c:v>34.240038673306401</c:v>
                </c:pt>
                <c:pt idx="294">
                  <c:v>34.245244655172399</c:v>
                </c:pt>
                <c:pt idx="295">
                  <c:v>34.245310146862401</c:v>
                </c:pt>
                <c:pt idx="296">
                  <c:v>34.246621142000997</c:v>
                </c:pt>
                <c:pt idx="297">
                  <c:v>34.248000133155699</c:v>
                </c:pt>
                <c:pt idx="298">
                  <c:v>34.250199419048997</c:v>
                </c:pt>
                <c:pt idx="299">
                  <c:v>34.251580318712001</c:v>
                </c:pt>
                <c:pt idx="300">
                  <c:v>34.253021343360999</c:v>
                </c:pt>
                <c:pt idx="301">
                  <c:v>34.257849585342299</c:v>
                </c:pt>
                <c:pt idx="302">
                  <c:v>34.262080455734001</c:v>
                </c:pt>
                <c:pt idx="303">
                  <c:v>34.262836738351197</c:v>
                </c:pt>
                <c:pt idx="304">
                  <c:v>34.263305706521699</c:v>
                </c:pt>
                <c:pt idx="305">
                  <c:v>34.264707129069599</c:v>
                </c:pt>
                <c:pt idx="306">
                  <c:v>34.266946142322098</c:v>
                </c:pt>
                <c:pt idx="307">
                  <c:v>34.267665019714102</c:v>
                </c:pt>
                <c:pt idx="308">
                  <c:v>34.268141832808602</c:v>
                </c:pt>
                <c:pt idx="309">
                  <c:v>34.270277136671602</c:v>
                </c:pt>
                <c:pt idx="310">
                  <c:v>34.270938816095097</c:v>
                </c:pt>
                <c:pt idx="311">
                  <c:v>34.273819401083102</c:v>
                </c:pt>
                <c:pt idx="312">
                  <c:v>34.276929786255998</c:v>
                </c:pt>
                <c:pt idx="313">
                  <c:v>34.276935092250902</c:v>
                </c:pt>
                <c:pt idx="314">
                  <c:v>34.282365513378899</c:v>
                </c:pt>
                <c:pt idx="315">
                  <c:v>34.2856940446203</c:v>
                </c:pt>
                <c:pt idx="316">
                  <c:v>34.285720481083601</c:v>
                </c:pt>
                <c:pt idx="317">
                  <c:v>34.285760330491499</c:v>
                </c:pt>
                <c:pt idx="318">
                  <c:v>34.287672940474103</c:v>
                </c:pt>
                <c:pt idx="319">
                  <c:v>34.295113848144901</c:v>
                </c:pt>
                <c:pt idx="320">
                  <c:v>34.305694006681001</c:v>
                </c:pt>
                <c:pt idx="321">
                  <c:v>34.316584270833303</c:v>
                </c:pt>
                <c:pt idx="322">
                  <c:v>34.319034429112499</c:v>
                </c:pt>
                <c:pt idx="323">
                  <c:v>34.3207931350954</c:v>
                </c:pt>
                <c:pt idx="324">
                  <c:v>34.337132604083799</c:v>
                </c:pt>
                <c:pt idx="325">
                  <c:v>34.342443774960898</c:v>
                </c:pt>
                <c:pt idx="326">
                  <c:v>34.352927610759401</c:v>
                </c:pt>
                <c:pt idx="327">
                  <c:v>34.393436502687003</c:v>
                </c:pt>
                <c:pt idx="328">
                  <c:v>34.419474021252697</c:v>
                </c:pt>
                <c:pt idx="329">
                  <c:v>34.482124583122697</c:v>
                </c:pt>
                <c:pt idx="330">
                  <c:v>34.577922831447601</c:v>
                </c:pt>
                <c:pt idx="331">
                  <c:v>34.5864385043635</c:v>
                </c:pt>
                <c:pt idx="332">
                  <c:v>34.592451216063303</c:v>
                </c:pt>
                <c:pt idx="333">
                  <c:v>34.613827101359703</c:v>
                </c:pt>
                <c:pt idx="334">
                  <c:v>34.623441786703602</c:v>
                </c:pt>
                <c:pt idx="335">
                  <c:v>34.6316184922511</c:v>
                </c:pt>
                <c:pt idx="336">
                  <c:v>34.637432226241302</c:v>
                </c:pt>
                <c:pt idx="337">
                  <c:v>34.642303736675601</c:v>
                </c:pt>
                <c:pt idx="338">
                  <c:v>34.686765413943299</c:v>
                </c:pt>
                <c:pt idx="339">
                  <c:v>34.7245681447192</c:v>
                </c:pt>
                <c:pt idx="340">
                  <c:v>34.724778635346702</c:v>
                </c:pt>
                <c:pt idx="341">
                  <c:v>34.739232586311303</c:v>
                </c:pt>
                <c:pt idx="342">
                  <c:v>34.789754036748299</c:v>
                </c:pt>
                <c:pt idx="343">
                  <c:v>34.833390170910299</c:v>
                </c:pt>
                <c:pt idx="344">
                  <c:v>35.0026940847494</c:v>
                </c:pt>
                <c:pt idx="345">
                  <c:v>35.026572573391597</c:v>
                </c:pt>
                <c:pt idx="346">
                  <c:v>35.026956619282998</c:v>
                </c:pt>
                <c:pt idx="347">
                  <c:v>35.027974328960603</c:v>
                </c:pt>
                <c:pt idx="348">
                  <c:v>35.028352360817401</c:v>
                </c:pt>
                <c:pt idx="349">
                  <c:v>35.030240073363402</c:v>
                </c:pt>
                <c:pt idx="350">
                  <c:v>35.031517275075302</c:v>
                </c:pt>
                <c:pt idx="351">
                  <c:v>35.0316445530338</c:v>
                </c:pt>
                <c:pt idx="352">
                  <c:v>35.033193895274501</c:v>
                </c:pt>
                <c:pt idx="353">
                  <c:v>35.033236920770797</c:v>
                </c:pt>
                <c:pt idx="354">
                  <c:v>35.033345974736797</c:v>
                </c:pt>
                <c:pt idx="355">
                  <c:v>35.033835804074499</c:v>
                </c:pt>
                <c:pt idx="356">
                  <c:v>35.033852768065202</c:v>
                </c:pt>
                <c:pt idx="357">
                  <c:v>35.0339290413269</c:v>
                </c:pt>
                <c:pt idx="358">
                  <c:v>35.034381893265497</c:v>
                </c:pt>
                <c:pt idx="359">
                  <c:v>35.034600841987</c:v>
                </c:pt>
                <c:pt idx="360">
                  <c:v>35.034616255103998</c:v>
                </c:pt>
                <c:pt idx="361">
                  <c:v>35.034656782006898</c:v>
                </c:pt>
                <c:pt idx="362">
                  <c:v>35.034805866514901</c:v>
                </c:pt>
                <c:pt idx="363">
                  <c:v>35.034924781510902</c:v>
                </c:pt>
                <c:pt idx="364">
                  <c:v>35.0357326462128</c:v>
                </c:pt>
                <c:pt idx="365">
                  <c:v>35.036002672605697</c:v>
                </c:pt>
                <c:pt idx="366">
                  <c:v>35.036764827725897</c:v>
                </c:pt>
                <c:pt idx="367">
                  <c:v>35.0370099575617</c:v>
                </c:pt>
                <c:pt idx="368">
                  <c:v>35.037025484949801</c:v>
                </c:pt>
                <c:pt idx="369">
                  <c:v>35.0373234824606</c:v>
                </c:pt>
                <c:pt idx="370">
                  <c:v>35.037367885479</c:v>
                </c:pt>
                <c:pt idx="371">
                  <c:v>35.037408967320196</c:v>
                </c:pt>
                <c:pt idx="372">
                  <c:v>35.037431416837698</c:v>
                </c:pt>
                <c:pt idx="373">
                  <c:v>35.037435466434097</c:v>
                </c:pt>
                <c:pt idx="374">
                  <c:v>35.037833931843103</c:v>
                </c:pt>
                <c:pt idx="375">
                  <c:v>35.038132820351699</c:v>
                </c:pt>
                <c:pt idx="376">
                  <c:v>35.038688185032399</c:v>
                </c:pt>
                <c:pt idx="377">
                  <c:v>35.038693683043903</c:v>
                </c:pt>
                <c:pt idx="378">
                  <c:v>35.038732666802602</c:v>
                </c:pt>
                <c:pt idx="379">
                  <c:v>35.038753276756204</c:v>
                </c:pt>
                <c:pt idx="380">
                  <c:v>35.039287824149099</c:v>
                </c:pt>
                <c:pt idx="381">
                  <c:v>35.039542614546598</c:v>
                </c:pt>
                <c:pt idx="382">
                  <c:v>35.039570183727001</c:v>
                </c:pt>
                <c:pt idx="383">
                  <c:v>35.039945990565997</c:v>
                </c:pt>
                <c:pt idx="384">
                  <c:v>35.0403402084237</c:v>
                </c:pt>
                <c:pt idx="385">
                  <c:v>35.040462804777597</c:v>
                </c:pt>
                <c:pt idx="386">
                  <c:v>35.040677721406297</c:v>
                </c:pt>
                <c:pt idx="387">
                  <c:v>35.040912935916502</c:v>
                </c:pt>
                <c:pt idx="388">
                  <c:v>35.040980459238099</c:v>
                </c:pt>
                <c:pt idx="389">
                  <c:v>35.041177375565603</c:v>
                </c:pt>
                <c:pt idx="390">
                  <c:v>35.041288980873503</c:v>
                </c:pt>
                <c:pt idx="391">
                  <c:v>35.041498986013899</c:v>
                </c:pt>
                <c:pt idx="392">
                  <c:v>35.041563793562098</c:v>
                </c:pt>
                <c:pt idx="393">
                  <c:v>35.043169608189103</c:v>
                </c:pt>
                <c:pt idx="394">
                  <c:v>35.043305972175098</c:v>
                </c:pt>
                <c:pt idx="395">
                  <c:v>35.043785602000703</c:v>
                </c:pt>
                <c:pt idx="396">
                  <c:v>35.044197021377599</c:v>
                </c:pt>
                <c:pt idx="397">
                  <c:v>35.044832521218098</c:v>
                </c:pt>
                <c:pt idx="398">
                  <c:v>35.045539503342802</c:v>
                </c:pt>
                <c:pt idx="399">
                  <c:v>35.045683810101004</c:v>
                </c:pt>
                <c:pt idx="400">
                  <c:v>35.0462922129242</c:v>
                </c:pt>
                <c:pt idx="401">
                  <c:v>35.050604793353202</c:v>
                </c:pt>
                <c:pt idx="402">
                  <c:v>35.059597625000002</c:v>
                </c:pt>
                <c:pt idx="403">
                  <c:v>35.061857261252001</c:v>
                </c:pt>
                <c:pt idx="404">
                  <c:v>35.074813415910597</c:v>
                </c:pt>
                <c:pt idx="405">
                  <c:v>35.079208135673603</c:v>
                </c:pt>
                <c:pt idx="406">
                  <c:v>35.079324032520297</c:v>
                </c:pt>
                <c:pt idx="407">
                  <c:v>35.084635545905698</c:v>
                </c:pt>
                <c:pt idx="408">
                  <c:v>35.085486627418</c:v>
                </c:pt>
                <c:pt idx="409">
                  <c:v>35.086937038036098</c:v>
                </c:pt>
                <c:pt idx="410">
                  <c:v>35.087527720010101</c:v>
                </c:pt>
                <c:pt idx="411">
                  <c:v>35.087749953202298</c:v>
                </c:pt>
                <c:pt idx="412">
                  <c:v>35.0900518968323</c:v>
                </c:pt>
                <c:pt idx="413">
                  <c:v>35.091244629993398</c:v>
                </c:pt>
                <c:pt idx="414">
                  <c:v>35.091835352372101</c:v>
                </c:pt>
                <c:pt idx="415">
                  <c:v>35.0926231539691</c:v>
                </c:pt>
                <c:pt idx="416">
                  <c:v>35.094914913176702</c:v>
                </c:pt>
                <c:pt idx="417">
                  <c:v>35.095622298905198</c:v>
                </c:pt>
                <c:pt idx="418">
                  <c:v>35.098879562715702</c:v>
                </c:pt>
                <c:pt idx="419">
                  <c:v>35.098923581364502</c:v>
                </c:pt>
                <c:pt idx="420">
                  <c:v>35.0992898096844</c:v>
                </c:pt>
                <c:pt idx="421">
                  <c:v>35.100563521376102</c:v>
                </c:pt>
                <c:pt idx="422">
                  <c:v>35.101124145131799</c:v>
                </c:pt>
                <c:pt idx="423">
                  <c:v>35.101225433243798</c:v>
                </c:pt>
                <c:pt idx="424">
                  <c:v>35.102290670325303</c:v>
                </c:pt>
                <c:pt idx="425">
                  <c:v>35.105822088675197</c:v>
                </c:pt>
                <c:pt idx="426">
                  <c:v>35.1076772812416</c:v>
                </c:pt>
                <c:pt idx="427">
                  <c:v>35.112414770514597</c:v>
                </c:pt>
                <c:pt idx="428">
                  <c:v>35.114329381651601</c:v>
                </c:pt>
                <c:pt idx="429">
                  <c:v>35.118610514153602</c:v>
                </c:pt>
                <c:pt idx="430">
                  <c:v>35.119233580139301</c:v>
                </c:pt>
                <c:pt idx="431">
                  <c:v>35.120418660907099</c:v>
                </c:pt>
                <c:pt idx="432">
                  <c:v>35.121182698961903</c:v>
                </c:pt>
                <c:pt idx="433">
                  <c:v>35.122320768829297</c:v>
                </c:pt>
                <c:pt idx="434">
                  <c:v>35.1238425426289</c:v>
                </c:pt>
                <c:pt idx="435">
                  <c:v>35.124579965802198</c:v>
                </c:pt>
                <c:pt idx="436">
                  <c:v>35.128597446373803</c:v>
                </c:pt>
                <c:pt idx="437">
                  <c:v>35.130119175515297</c:v>
                </c:pt>
                <c:pt idx="438">
                  <c:v>35.132419501255796</c:v>
                </c:pt>
                <c:pt idx="439">
                  <c:v>35.133347816455696</c:v>
                </c:pt>
                <c:pt idx="440">
                  <c:v>35.136588204501798</c:v>
                </c:pt>
                <c:pt idx="441">
                  <c:v>35.138786798178998</c:v>
                </c:pt>
                <c:pt idx="442">
                  <c:v>35.143310154700501</c:v>
                </c:pt>
                <c:pt idx="443">
                  <c:v>35.150041725507499</c:v>
                </c:pt>
                <c:pt idx="444">
                  <c:v>35.150559957955302</c:v>
                </c:pt>
                <c:pt idx="445">
                  <c:v>35.153963869862999</c:v>
                </c:pt>
                <c:pt idx="446">
                  <c:v>35.157581896004999</c:v>
                </c:pt>
                <c:pt idx="447">
                  <c:v>35.186235109289598</c:v>
                </c:pt>
                <c:pt idx="448">
                  <c:v>35.190220881863503</c:v>
                </c:pt>
                <c:pt idx="449">
                  <c:v>35.195383442640498</c:v>
                </c:pt>
                <c:pt idx="450">
                  <c:v>35.202094620400501</c:v>
                </c:pt>
                <c:pt idx="451">
                  <c:v>35.209199022282803</c:v>
                </c:pt>
                <c:pt idx="452">
                  <c:v>35.209426204648501</c:v>
                </c:pt>
                <c:pt idx="453">
                  <c:v>35.209690548952999</c:v>
                </c:pt>
                <c:pt idx="454">
                  <c:v>35.230718896964497</c:v>
                </c:pt>
                <c:pt idx="455">
                  <c:v>35.231659333838003</c:v>
                </c:pt>
                <c:pt idx="456">
                  <c:v>35.239777662129697</c:v>
                </c:pt>
                <c:pt idx="457">
                  <c:v>35.245597132901899</c:v>
                </c:pt>
                <c:pt idx="458">
                  <c:v>35.245997826559403</c:v>
                </c:pt>
                <c:pt idx="459">
                  <c:v>35.2495861333677</c:v>
                </c:pt>
                <c:pt idx="460">
                  <c:v>35.254528508894403</c:v>
                </c:pt>
                <c:pt idx="461">
                  <c:v>35.262954769997698</c:v>
                </c:pt>
                <c:pt idx="462">
                  <c:v>35.290798328452901</c:v>
                </c:pt>
                <c:pt idx="463">
                  <c:v>35.298453522580601</c:v>
                </c:pt>
                <c:pt idx="464">
                  <c:v>35.327389415566898</c:v>
                </c:pt>
                <c:pt idx="465">
                  <c:v>35.329389869442998</c:v>
                </c:pt>
                <c:pt idx="466">
                  <c:v>35.329497066456</c:v>
                </c:pt>
                <c:pt idx="467">
                  <c:v>35.3919634550371</c:v>
                </c:pt>
                <c:pt idx="468">
                  <c:v>35.394693048185097</c:v>
                </c:pt>
                <c:pt idx="469">
                  <c:v>35.443355522592398</c:v>
                </c:pt>
                <c:pt idx="470">
                  <c:v>35.459066548615503</c:v>
                </c:pt>
                <c:pt idx="471">
                  <c:v>35.499616911898201</c:v>
                </c:pt>
                <c:pt idx="472">
                  <c:v>35.552283581282097</c:v>
                </c:pt>
                <c:pt idx="473">
                  <c:v>35.564466638566898</c:v>
                </c:pt>
                <c:pt idx="474">
                  <c:v>35.606388944570902</c:v>
                </c:pt>
                <c:pt idx="475">
                  <c:v>35.767089238157602</c:v>
                </c:pt>
                <c:pt idx="476">
                  <c:v>35.905869903093503</c:v>
                </c:pt>
                <c:pt idx="477">
                  <c:v>35.916238086642601</c:v>
                </c:pt>
                <c:pt idx="478">
                  <c:v>36.545761262488597</c:v>
                </c:pt>
                <c:pt idx="479">
                  <c:v>36.666215699427902</c:v>
                </c:pt>
                <c:pt idx="480">
                  <c:v>36.6810807478711</c:v>
                </c:pt>
                <c:pt idx="481">
                  <c:v>36.683705373241899</c:v>
                </c:pt>
                <c:pt idx="482">
                  <c:v>36.697985610377003</c:v>
                </c:pt>
                <c:pt idx="483">
                  <c:v>36.699236950314102</c:v>
                </c:pt>
                <c:pt idx="484">
                  <c:v>36.716509777318898</c:v>
                </c:pt>
                <c:pt idx="485">
                  <c:v>36.7238911424541</c:v>
                </c:pt>
                <c:pt idx="486">
                  <c:v>36.725232407797598</c:v>
                </c:pt>
                <c:pt idx="487">
                  <c:v>36.730263339254002</c:v>
                </c:pt>
                <c:pt idx="488">
                  <c:v>36.731836029802999</c:v>
                </c:pt>
                <c:pt idx="489">
                  <c:v>36.731848093453799</c:v>
                </c:pt>
                <c:pt idx="490">
                  <c:v>36.732049350580702</c:v>
                </c:pt>
                <c:pt idx="491">
                  <c:v>36.734714534050099</c:v>
                </c:pt>
                <c:pt idx="492">
                  <c:v>36.747315996758502</c:v>
                </c:pt>
                <c:pt idx="493">
                  <c:v>36.747478765803699</c:v>
                </c:pt>
                <c:pt idx="494">
                  <c:v>36.754061551524501</c:v>
                </c:pt>
                <c:pt idx="495">
                  <c:v>36.7596869225764</c:v>
                </c:pt>
                <c:pt idx="496">
                  <c:v>36.762180777406599</c:v>
                </c:pt>
                <c:pt idx="497">
                  <c:v>36.765071739680899</c:v>
                </c:pt>
                <c:pt idx="498">
                  <c:v>36.7669637084188</c:v>
                </c:pt>
                <c:pt idx="499">
                  <c:v>36.767999644001399</c:v>
                </c:pt>
                <c:pt idx="500">
                  <c:v>36.768663031203502</c:v>
                </c:pt>
                <c:pt idx="501">
                  <c:v>36.769575526216499</c:v>
                </c:pt>
                <c:pt idx="502">
                  <c:v>36.7697328380386</c:v>
                </c:pt>
                <c:pt idx="503">
                  <c:v>36.769869515436497</c:v>
                </c:pt>
                <c:pt idx="504">
                  <c:v>36.774620997745203</c:v>
                </c:pt>
                <c:pt idx="505">
                  <c:v>36.779559088983</c:v>
                </c:pt>
                <c:pt idx="506">
                  <c:v>36.7978718150869</c:v>
                </c:pt>
                <c:pt idx="507">
                  <c:v>36.832138728522303</c:v>
                </c:pt>
                <c:pt idx="508">
                  <c:v>36.833078172293298</c:v>
                </c:pt>
                <c:pt idx="509">
                  <c:v>36.841668495255298</c:v>
                </c:pt>
                <c:pt idx="510">
                  <c:v>36.843335599622201</c:v>
                </c:pt>
                <c:pt idx="511">
                  <c:v>36.843380895562397</c:v>
                </c:pt>
                <c:pt idx="512">
                  <c:v>36.844590363586597</c:v>
                </c:pt>
                <c:pt idx="513">
                  <c:v>36.844704779849202</c:v>
                </c:pt>
                <c:pt idx="514">
                  <c:v>36.8451700029877</c:v>
                </c:pt>
                <c:pt idx="515">
                  <c:v>36.845333832277802</c:v>
                </c:pt>
                <c:pt idx="516">
                  <c:v>36.845376013618001</c:v>
                </c:pt>
                <c:pt idx="517">
                  <c:v>36.849327733860299</c:v>
                </c:pt>
                <c:pt idx="518">
                  <c:v>36.849936980419002</c:v>
                </c:pt>
                <c:pt idx="519">
                  <c:v>36.850749642857103</c:v>
                </c:pt>
                <c:pt idx="520">
                  <c:v>36.860924083281503</c:v>
                </c:pt>
                <c:pt idx="521">
                  <c:v>36.868108844114502</c:v>
                </c:pt>
                <c:pt idx="522">
                  <c:v>36.875174531108499</c:v>
                </c:pt>
                <c:pt idx="523">
                  <c:v>36.880564451410599</c:v>
                </c:pt>
                <c:pt idx="524">
                  <c:v>36.883291520796497</c:v>
                </c:pt>
                <c:pt idx="525">
                  <c:v>36.892989944598298</c:v>
                </c:pt>
                <c:pt idx="526">
                  <c:v>36.907283483398899</c:v>
                </c:pt>
                <c:pt idx="527">
                  <c:v>36.981030235341002</c:v>
                </c:pt>
                <c:pt idx="528">
                  <c:v>36.996211079274097</c:v>
                </c:pt>
                <c:pt idx="529">
                  <c:v>37.043889748295697</c:v>
                </c:pt>
                <c:pt idx="530">
                  <c:v>37.087713773507701</c:v>
                </c:pt>
                <c:pt idx="531">
                  <c:v>37.2373260125499</c:v>
                </c:pt>
                <c:pt idx="532">
                  <c:v>37.502484474650899</c:v>
                </c:pt>
                <c:pt idx="533">
                  <c:v>37.539646930422897</c:v>
                </c:pt>
                <c:pt idx="534">
                  <c:v>37.576549447104902</c:v>
                </c:pt>
                <c:pt idx="535">
                  <c:v>37.590320185902399</c:v>
                </c:pt>
                <c:pt idx="536">
                  <c:v>37.602451280120398</c:v>
                </c:pt>
                <c:pt idx="537">
                  <c:v>37.610799311957201</c:v>
                </c:pt>
                <c:pt idx="538">
                  <c:v>37.615982533465498</c:v>
                </c:pt>
                <c:pt idx="539">
                  <c:v>37.616695945945899</c:v>
                </c:pt>
                <c:pt idx="540">
                  <c:v>37.621246461671703</c:v>
                </c:pt>
                <c:pt idx="541">
                  <c:v>37.623147534246499</c:v>
                </c:pt>
                <c:pt idx="542">
                  <c:v>37.627136755518499</c:v>
                </c:pt>
                <c:pt idx="543">
                  <c:v>37.658693252108698</c:v>
                </c:pt>
                <c:pt idx="544">
                  <c:v>37.659270257925797</c:v>
                </c:pt>
                <c:pt idx="545">
                  <c:v>37.6603804776422</c:v>
                </c:pt>
                <c:pt idx="546">
                  <c:v>37.6881058443307</c:v>
                </c:pt>
                <c:pt idx="547">
                  <c:v>37.702810778443101</c:v>
                </c:pt>
                <c:pt idx="548">
                  <c:v>37.705175161926199</c:v>
                </c:pt>
                <c:pt idx="549">
                  <c:v>37.707292202059797</c:v>
                </c:pt>
                <c:pt idx="550">
                  <c:v>37.708616518847002</c:v>
                </c:pt>
                <c:pt idx="551">
                  <c:v>37.710224269330297</c:v>
                </c:pt>
                <c:pt idx="552">
                  <c:v>37.710796931191503</c:v>
                </c:pt>
                <c:pt idx="553">
                  <c:v>37.712106581452197</c:v>
                </c:pt>
                <c:pt idx="554">
                  <c:v>37.713233655604903</c:v>
                </c:pt>
                <c:pt idx="555">
                  <c:v>37.713423054138502</c:v>
                </c:pt>
                <c:pt idx="556">
                  <c:v>37.715309989484702</c:v>
                </c:pt>
                <c:pt idx="557">
                  <c:v>37.718373127413102</c:v>
                </c:pt>
                <c:pt idx="558">
                  <c:v>37.719159989736497</c:v>
                </c:pt>
                <c:pt idx="559">
                  <c:v>37.720082505854798</c:v>
                </c:pt>
                <c:pt idx="560">
                  <c:v>37.720737650908198</c:v>
                </c:pt>
                <c:pt idx="561">
                  <c:v>37.720889392882</c:v>
                </c:pt>
                <c:pt idx="562">
                  <c:v>37.721424070273301</c:v>
                </c:pt>
                <c:pt idx="563">
                  <c:v>37.722064044773802</c:v>
                </c:pt>
                <c:pt idx="564">
                  <c:v>37.722963612251803</c:v>
                </c:pt>
                <c:pt idx="565">
                  <c:v>37.727241294055702</c:v>
                </c:pt>
                <c:pt idx="566">
                  <c:v>37.727952547821801</c:v>
                </c:pt>
                <c:pt idx="567">
                  <c:v>37.7288172465732</c:v>
                </c:pt>
                <c:pt idx="568">
                  <c:v>37.729565623488703</c:v>
                </c:pt>
                <c:pt idx="569">
                  <c:v>37.730822001654197</c:v>
                </c:pt>
                <c:pt idx="570">
                  <c:v>37.732595667639501</c:v>
                </c:pt>
                <c:pt idx="571">
                  <c:v>37.733135374149597</c:v>
                </c:pt>
                <c:pt idx="572">
                  <c:v>37.733370339058403</c:v>
                </c:pt>
                <c:pt idx="573">
                  <c:v>37.733579700132204</c:v>
                </c:pt>
                <c:pt idx="574">
                  <c:v>37.733661288908301</c:v>
                </c:pt>
                <c:pt idx="575">
                  <c:v>37.733689691160798</c:v>
                </c:pt>
                <c:pt idx="576">
                  <c:v>37.735707516222</c:v>
                </c:pt>
                <c:pt idx="577">
                  <c:v>37.736133709780503</c:v>
                </c:pt>
                <c:pt idx="578">
                  <c:v>37.736900146244999</c:v>
                </c:pt>
                <c:pt idx="579">
                  <c:v>37.736938232468702</c:v>
                </c:pt>
                <c:pt idx="580">
                  <c:v>37.737610554592699</c:v>
                </c:pt>
                <c:pt idx="581">
                  <c:v>37.738553444432597</c:v>
                </c:pt>
                <c:pt idx="582">
                  <c:v>37.738706387049298</c:v>
                </c:pt>
                <c:pt idx="583">
                  <c:v>37.7410396365701</c:v>
                </c:pt>
                <c:pt idx="584">
                  <c:v>37.742223086076898</c:v>
                </c:pt>
                <c:pt idx="585">
                  <c:v>37.7427900666356</c:v>
                </c:pt>
                <c:pt idx="586">
                  <c:v>37.744190855305398</c:v>
                </c:pt>
                <c:pt idx="587">
                  <c:v>37.745633177022199</c:v>
                </c:pt>
                <c:pt idx="588">
                  <c:v>37.745838646492999</c:v>
                </c:pt>
                <c:pt idx="589">
                  <c:v>37.746823058783797</c:v>
                </c:pt>
                <c:pt idx="590">
                  <c:v>37.747285230206501</c:v>
                </c:pt>
                <c:pt idx="591">
                  <c:v>37.747565195460197</c:v>
                </c:pt>
                <c:pt idx="592">
                  <c:v>37.747621837044498</c:v>
                </c:pt>
                <c:pt idx="593">
                  <c:v>37.748195411822898</c:v>
                </c:pt>
                <c:pt idx="594">
                  <c:v>37.748318946166997</c:v>
                </c:pt>
                <c:pt idx="595">
                  <c:v>37.749648571428501</c:v>
                </c:pt>
                <c:pt idx="596">
                  <c:v>37.749836121992097</c:v>
                </c:pt>
                <c:pt idx="597">
                  <c:v>37.751719205245003</c:v>
                </c:pt>
                <c:pt idx="598">
                  <c:v>37.753971885467301</c:v>
                </c:pt>
                <c:pt idx="599">
                  <c:v>37.754999554441603</c:v>
                </c:pt>
                <c:pt idx="600">
                  <c:v>37.7550701713621</c:v>
                </c:pt>
                <c:pt idx="601">
                  <c:v>37.7554758950969</c:v>
                </c:pt>
                <c:pt idx="602">
                  <c:v>37.756793451276899</c:v>
                </c:pt>
                <c:pt idx="603">
                  <c:v>37.757038949488098</c:v>
                </c:pt>
                <c:pt idx="604">
                  <c:v>37.758145228363198</c:v>
                </c:pt>
                <c:pt idx="605">
                  <c:v>37.759875573671401</c:v>
                </c:pt>
                <c:pt idx="606">
                  <c:v>37.760466302281301</c:v>
                </c:pt>
                <c:pt idx="607">
                  <c:v>37.763265374149597</c:v>
                </c:pt>
                <c:pt idx="608">
                  <c:v>37.764343349056603</c:v>
                </c:pt>
                <c:pt idx="609">
                  <c:v>37.765499150978201</c:v>
                </c:pt>
                <c:pt idx="610">
                  <c:v>37.766896226060801</c:v>
                </c:pt>
                <c:pt idx="611">
                  <c:v>37.768159033192198</c:v>
                </c:pt>
                <c:pt idx="612">
                  <c:v>37.771305369928399</c:v>
                </c:pt>
                <c:pt idx="613">
                  <c:v>37.772145426487</c:v>
                </c:pt>
                <c:pt idx="614">
                  <c:v>37.774914810584399</c:v>
                </c:pt>
                <c:pt idx="615">
                  <c:v>37.774993859317</c:v>
                </c:pt>
                <c:pt idx="616">
                  <c:v>37.779387951807202</c:v>
                </c:pt>
                <c:pt idx="617">
                  <c:v>37.779505718355701</c:v>
                </c:pt>
                <c:pt idx="618">
                  <c:v>37.782846089618701</c:v>
                </c:pt>
                <c:pt idx="619">
                  <c:v>37.783006855292797</c:v>
                </c:pt>
                <c:pt idx="620">
                  <c:v>37.788901031349702</c:v>
                </c:pt>
                <c:pt idx="621">
                  <c:v>37.7890683042137</c:v>
                </c:pt>
                <c:pt idx="622">
                  <c:v>37.790260608139</c:v>
                </c:pt>
                <c:pt idx="623">
                  <c:v>37.790803199289002</c:v>
                </c:pt>
                <c:pt idx="624">
                  <c:v>37.793834053224103</c:v>
                </c:pt>
                <c:pt idx="625">
                  <c:v>37.802975882531797</c:v>
                </c:pt>
                <c:pt idx="626">
                  <c:v>37.815203542708097</c:v>
                </c:pt>
                <c:pt idx="627">
                  <c:v>37.8189084660901</c:v>
                </c:pt>
                <c:pt idx="628">
                  <c:v>37.8200939763313</c:v>
                </c:pt>
                <c:pt idx="629">
                  <c:v>37.8246650765184</c:v>
                </c:pt>
                <c:pt idx="630">
                  <c:v>37.837178304821101</c:v>
                </c:pt>
                <c:pt idx="631">
                  <c:v>37.837203014954099</c:v>
                </c:pt>
                <c:pt idx="632">
                  <c:v>37.897309193347098</c:v>
                </c:pt>
                <c:pt idx="633">
                  <c:v>37.916677350192401</c:v>
                </c:pt>
                <c:pt idx="634">
                  <c:v>38.079346730975303</c:v>
                </c:pt>
                <c:pt idx="635">
                  <c:v>38.103002633136001</c:v>
                </c:pt>
                <c:pt idx="636">
                  <c:v>38.128897642512001</c:v>
                </c:pt>
                <c:pt idx="637">
                  <c:v>38.140967548806898</c:v>
                </c:pt>
                <c:pt idx="638">
                  <c:v>38.153321385614603</c:v>
                </c:pt>
                <c:pt idx="639">
                  <c:v>38.171392613151099</c:v>
                </c:pt>
                <c:pt idx="640">
                  <c:v>38.181618558077403</c:v>
                </c:pt>
                <c:pt idx="641">
                  <c:v>38.188723122898701</c:v>
                </c:pt>
                <c:pt idx="642">
                  <c:v>38.191891803278601</c:v>
                </c:pt>
                <c:pt idx="643">
                  <c:v>38.229468741851299</c:v>
                </c:pt>
                <c:pt idx="644">
                  <c:v>38.230948668993001</c:v>
                </c:pt>
                <c:pt idx="645">
                  <c:v>38.239849383164</c:v>
                </c:pt>
                <c:pt idx="646">
                  <c:v>38.2444270314083</c:v>
                </c:pt>
                <c:pt idx="647">
                  <c:v>38.258855344934702</c:v>
                </c:pt>
                <c:pt idx="648">
                  <c:v>38.267614012859298</c:v>
                </c:pt>
                <c:pt idx="649">
                  <c:v>38.280863268002598</c:v>
                </c:pt>
                <c:pt idx="650">
                  <c:v>38.319278258105498</c:v>
                </c:pt>
                <c:pt idx="651">
                  <c:v>38.320403216753</c:v>
                </c:pt>
                <c:pt idx="652">
                  <c:v>38.381796677235201</c:v>
                </c:pt>
                <c:pt idx="653">
                  <c:v>38.418100308080099</c:v>
                </c:pt>
                <c:pt idx="654">
                  <c:v>38.447733296597299</c:v>
                </c:pt>
                <c:pt idx="655">
                  <c:v>38.447981024383601</c:v>
                </c:pt>
                <c:pt idx="656">
                  <c:v>38.462407369130503</c:v>
                </c:pt>
                <c:pt idx="657">
                  <c:v>38.467190728476801</c:v>
                </c:pt>
                <c:pt idx="658">
                  <c:v>38.499155800933103</c:v>
                </c:pt>
                <c:pt idx="659">
                  <c:v>38.500892832947002</c:v>
                </c:pt>
                <c:pt idx="660">
                  <c:v>38.507453007037697</c:v>
                </c:pt>
                <c:pt idx="661">
                  <c:v>38.523485426758903</c:v>
                </c:pt>
                <c:pt idx="662">
                  <c:v>38.528072031047799</c:v>
                </c:pt>
                <c:pt idx="663">
                  <c:v>38.541765482822598</c:v>
                </c:pt>
                <c:pt idx="664">
                  <c:v>38.559319835578101</c:v>
                </c:pt>
                <c:pt idx="665">
                  <c:v>38.560954369797798</c:v>
                </c:pt>
                <c:pt idx="666">
                  <c:v>38.566920159558101</c:v>
                </c:pt>
                <c:pt idx="667">
                  <c:v>38.5730464919695</c:v>
                </c:pt>
                <c:pt idx="668">
                  <c:v>38.580192906574297</c:v>
                </c:pt>
                <c:pt idx="669">
                  <c:v>38.583156223512702</c:v>
                </c:pt>
                <c:pt idx="670">
                  <c:v>38.583249458023303</c:v>
                </c:pt>
                <c:pt idx="671">
                  <c:v>38.5927419832352</c:v>
                </c:pt>
                <c:pt idx="672">
                  <c:v>38.597115081120897</c:v>
                </c:pt>
                <c:pt idx="673">
                  <c:v>38.597771735969701</c:v>
                </c:pt>
                <c:pt idx="674">
                  <c:v>38.601945279794897</c:v>
                </c:pt>
                <c:pt idx="675">
                  <c:v>38.6023304626477</c:v>
                </c:pt>
                <c:pt idx="676">
                  <c:v>38.606276175040499</c:v>
                </c:pt>
                <c:pt idx="677">
                  <c:v>38.609782994836401</c:v>
                </c:pt>
                <c:pt idx="678">
                  <c:v>38.613729415011001</c:v>
                </c:pt>
                <c:pt idx="679">
                  <c:v>38.616516693944298</c:v>
                </c:pt>
                <c:pt idx="680">
                  <c:v>38.625911316379302</c:v>
                </c:pt>
                <c:pt idx="681">
                  <c:v>38.637941669902901</c:v>
                </c:pt>
                <c:pt idx="682">
                  <c:v>38.640014451192002</c:v>
                </c:pt>
                <c:pt idx="683">
                  <c:v>38.654535468113899</c:v>
                </c:pt>
                <c:pt idx="684">
                  <c:v>38.670683858505299</c:v>
                </c:pt>
                <c:pt idx="685">
                  <c:v>38.6860406347554</c:v>
                </c:pt>
                <c:pt idx="686">
                  <c:v>38.688903243869397</c:v>
                </c:pt>
                <c:pt idx="687">
                  <c:v>38.692011607530702</c:v>
                </c:pt>
                <c:pt idx="688">
                  <c:v>38.697260031910602</c:v>
                </c:pt>
                <c:pt idx="689">
                  <c:v>38.700987932237098</c:v>
                </c:pt>
                <c:pt idx="690">
                  <c:v>38.734550115967799</c:v>
                </c:pt>
                <c:pt idx="691">
                  <c:v>38.7449626282501</c:v>
                </c:pt>
                <c:pt idx="692">
                  <c:v>38.745872607871</c:v>
                </c:pt>
                <c:pt idx="693">
                  <c:v>38.749190220739202</c:v>
                </c:pt>
                <c:pt idx="694">
                  <c:v>38.753512873525999</c:v>
                </c:pt>
                <c:pt idx="695">
                  <c:v>38.762711830698599</c:v>
                </c:pt>
                <c:pt idx="696">
                  <c:v>38.7790403208556</c:v>
                </c:pt>
                <c:pt idx="697">
                  <c:v>38.779711350613901</c:v>
                </c:pt>
                <c:pt idx="698">
                  <c:v>38.7958829772329</c:v>
                </c:pt>
                <c:pt idx="699">
                  <c:v>38.8087751959686</c:v>
                </c:pt>
                <c:pt idx="700">
                  <c:v>38.827392170686402</c:v>
                </c:pt>
                <c:pt idx="701">
                  <c:v>38.828765309446197</c:v>
                </c:pt>
                <c:pt idx="702">
                  <c:v>38.832595475138099</c:v>
                </c:pt>
                <c:pt idx="703">
                  <c:v>38.837674185412403</c:v>
                </c:pt>
                <c:pt idx="704">
                  <c:v>38.839507582304499</c:v>
                </c:pt>
                <c:pt idx="705">
                  <c:v>38.892680221741401</c:v>
                </c:pt>
                <c:pt idx="706">
                  <c:v>38.902310942408299</c:v>
                </c:pt>
                <c:pt idx="707">
                  <c:v>38.919134628340402</c:v>
                </c:pt>
                <c:pt idx="708">
                  <c:v>38.922076003541903</c:v>
                </c:pt>
                <c:pt idx="709">
                  <c:v>38.964864148103501</c:v>
                </c:pt>
                <c:pt idx="710">
                  <c:v>38.965957351036202</c:v>
                </c:pt>
                <c:pt idx="711">
                  <c:v>38.988648049837401</c:v>
                </c:pt>
                <c:pt idx="712">
                  <c:v>39.033982586894503</c:v>
                </c:pt>
                <c:pt idx="713">
                  <c:v>39.040894025686399</c:v>
                </c:pt>
                <c:pt idx="714">
                  <c:v>39.061728279430703</c:v>
                </c:pt>
                <c:pt idx="715">
                  <c:v>39.061777705922303</c:v>
                </c:pt>
                <c:pt idx="716">
                  <c:v>39.0694007701019</c:v>
                </c:pt>
                <c:pt idx="717">
                  <c:v>39.106562717265298</c:v>
                </c:pt>
                <c:pt idx="718">
                  <c:v>39.116587271792199</c:v>
                </c:pt>
                <c:pt idx="719">
                  <c:v>39.123446407907402</c:v>
                </c:pt>
                <c:pt idx="720">
                  <c:v>39.130750061555602</c:v>
                </c:pt>
                <c:pt idx="721">
                  <c:v>39.146339952283498</c:v>
                </c:pt>
                <c:pt idx="722">
                  <c:v>39.1463455394736</c:v>
                </c:pt>
                <c:pt idx="723">
                  <c:v>39.1704771832269</c:v>
                </c:pt>
                <c:pt idx="724">
                  <c:v>39.175454056508499</c:v>
                </c:pt>
                <c:pt idx="725">
                  <c:v>39.1794890108564</c:v>
                </c:pt>
                <c:pt idx="726">
                  <c:v>39.1836296634146</c:v>
                </c:pt>
                <c:pt idx="727">
                  <c:v>39.205071576128503</c:v>
                </c:pt>
                <c:pt idx="728">
                  <c:v>39.232953515384601</c:v>
                </c:pt>
                <c:pt idx="729">
                  <c:v>39.247692949586103</c:v>
                </c:pt>
                <c:pt idx="730">
                  <c:v>39.291223336038897</c:v>
                </c:pt>
                <c:pt idx="731">
                  <c:v>39.3362304347826</c:v>
                </c:pt>
                <c:pt idx="732">
                  <c:v>39.353668041853503</c:v>
                </c:pt>
                <c:pt idx="733">
                  <c:v>39.367245633410597</c:v>
                </c:pt>
                <c:pt idx="734">
                  <c:v>39.3904288097768</c:v>
                </c:pt>
                <c:pt idx="735">
                  <c:v>39.391912885760597</c:v>
                </c:pt>
                <c:pt idx="736">
                  <c:v>39.398444561333797</c:v>
                </c:pt>
                <c:pt idx="737">
                  <c:v>39.407451469115102</c:v>
                </c:pt>
                <c:pt idx="738">
                  <c:v>39.413946082474197</c:v>
                </c:pt>
                <c:pt idx="739">
                  <c:v>39.415199887244498</c:v>
                </c:pt>
                <c:pt idx="740">
                  <c:v>39.415895453736603</c:v>
                </c:pt>
                <c:pt idx="741">
                  <c:v>39.4184211274871</c:v>
                </c:pt>
                <c:pt idx="742">
                  <c:v>39.419206102388998</c:v>
                </c:pt>
                <c:pt idx="743">
                  <c:v>39.4227689996465</c:v>
                </c:pt>
                <c:pt idx="744">
                  <c:v>39.423311429461201</c:v>
                </c:pt>
                <c:pt idx="745">
                  <c:v>39.424110093062602</c:v>
                </c:pt>
                <c:pt idx="746">
                  <c:v>39.424302056878297</c:v>
                </c:pt>
                <c:pt idx="747">
                  <c:v>39.4252726895187</c:v>
                </c:pt>
                <c:pt idx="748">
                  <c:v>39.431060933202303</c:v>
                </c:pt>
                <c:pt idx="749">
                  <c:v>39.431346416275403</c:v>
                </c:pt>
                <c:pt idx="750">
                  <c:v>39.432009087915702</c:v>
                </c:pt>
                <c:pt idx="751">
                  <c:v>39.432287417582401</c:v>
                </c:pt>
                <c:pt idx="752">
                  <c:v>39.432613459613997</c:v>
                </c:pt>
                <c:pt idx="753">
                  <c:v>39.433920213523102</c:v>
                </c:pt>
                <c:pt idx="754">
                  <c:v>39.4353433271028</c:v>
                </c:pt>
                <c:pt idx="755">
                  <c:v>39.4379670036991</c:v>
                </c:pt>
                <c:pt idx="756">
                  <c:v>39.440249162380603</c:v>
                </c:pt>
                <c:pt idx="757">
                  <c:v>39.522541978021899</c:v>
                </c:pt>
                <c:pt idx="758">
                  <c:v>39.5954356706753</c:v>
                </c:pt>
                <c:pt idx="759">
                  <c:v>39.604501808066701</c:v>
                </c:pt>
                <c:pt idx="760">
                  <c:v>39.709844528393802</c:v>
                </c:pt>
                <c:pt idx="761">
                  <c:v>39.808889618008102</c:v>
                </c:pt>
                <c:pt idx="762">
                  <c:v>39.839026366120201</c:v>
                </c:pt>
                <c:pt idx="763">
                  <c:v>39.936854025543902</c:v>
                </c:pt>
                <c:pt idx="764">
                  <c:v>39.9389420185923</c:v>
                </c:pt>
                <c:pt idx="765">
                  <c:v>39.995543271484301</c:v>
                </c:pt>
                <c:pt idx="766">
                  <c:v>40.129130767937198</c:v>
                </c:pt>
                <c:pt idx="767">
                  <c:v>40.202208837719297</c:v>
                </c:pt>
                <c:pt idx="768">
                  <c:v>40.297650675496598</c:v>
                </c:pt>
                <c:pt idx="769">
                  <c:v>40.3094377801539</c:v>
                </c:pt>
                <c:pt idx="770">
                  <c:v>40.313597959576498</c:v>
                </c:pt>
                <c:pt idx="771">
                  <c:v>40.314389492209997</c:v>
                </c:pt>
                <c:pt idx="772">
                  <c:v>40.317283160173098</c:v>
                </c:pt>
                <c:pt idx="773">
                  <c:v>40.323423707679602</c:v>
                </c:pt>
                <c:pt idx="774">
                  <c:v>40.327122832558103</c:v>
                </c:pt>
                <c:pt idx="775">
                  <c:v>40.334583866557203</c:v>
                </c:pt>
                <c:pt idx="776">
                  <c:v>40.337069852827199</c:v>
                </c:pt>
                <c:pt idx="777">
                  <c:v>40.338723247381097</c:v>
                </c:pt>
                <c:pt idx="778">
                  <c:v>40.338783841584103</c:v>
                </c:pt>
                <c:pt idx="779">
                  <c:v>40.342158894105303</c:v>
                </c:pt>
                <c:pt idx="780">
                  <c:v>40.344208129554602</c:v>
                </c:pt>
                <c:pt idx="781">
                  <c:v>40.344431765957403</c:v>
                </c:pt>
                <c:pt idx="782">
                  <c:v>40.344710688976299</c:v>
                </c:pt>
                <c:pt idx="783">
                  <c:v>40.351033475252699</c:v>
                </c:pt>
                <c:pt idx="784">
                  <c:v>40.355898904174502</c:v>
                </c:pt>
                <c:pt idx="785">
                  <c:v>40.358430862207797</c:v>
                </c:pt>
                <c:pt idx="786">
                  <c:v>40.361712314225002</c:v>
                </c:pt>
                <c:pt idx="787">
                  <c:v>40.529523750671601</c:v>
                </c:pt>
                <c:pt idx="788">
                  <c:v>40.558744590459</c:v>
                </c:pt>
                <c:pt idx="789">
                  <c:v>40.654159211981501</c:v>
                </c:pt>
                <c:pt idx="790">
                  <c:v>40.665639972401102</c:v>
                </c:pt>
                <c:pt idx="791">
                  <c:v>40.678160311133901</c:v>
                </c:pt>
                <c:pt idx="792">
                  <c:v>40.691839921629999</c:v>
                </c:pt>
                <c:pt idx="793">
                  <c:v>40.798779776625402</c:v>
                </c:pt>
                <c:pt idx="794">
                  <c:v>41.066787985919802</c:v>
                </c:pt>
                <c:pt idx="795">
                  <c:v>41.071555190417598</c:v>
                </c:pt>
                <c:pt idx="796">
                  <c:v>41.085790379008699</c:v>
                </c:pt>
                <c:pt idx="797">
                  <c:v>41.089147145390001</c:v>
                </c:pt>
                <c:pt idx="798">
                  <c:v>41.091882420971402</c:v>
                </c:pt>
                <c:pt idx="799">
                  <c:v>41.0992984503632</c:v>
                </c:pt>
                <c:pt idx="800">
                  <c:v>41.1116465510948</c:v>
                </c:pt>
                <c:pt idx="801">
                  <c:v>41.114060587002001</c:v>
                </c:pt>
                <c:pt idx="802">
                  <c:v>41.115390379008701</c:v>
                </c:pt>
                <c:pt idx="803">
                  <c:v>41.116989715808103</c:v>
                </c:pt>
                <c:pt idx="804">
                  <c:v>41.119379514187401</c:v>
                </c:pt>
                <c:pt idx="805">
                  <c:v>41.120320668859598</c:v>
                </c:pt>
                <c:pt idx="806">
                  <c:v>41.120848564447101</c:v>
                </c:pt>
                <c:pt idx="807">
                  <c:v>41.121929483358102</c:v>
                </c:pt>
                <c:pt idx="808">
                  <c:v>41.129883579519699</c:v>
                </c:pt>
                <c:pt idx="809">
                  <c:v>41.131546156130597</c:v>
                </c:pt>
                <c:pt idx="810">
                  <c:v>41.132118985776103</c:v>
                </c:pt>
                <c:pt idx="811">
                  <c:v>41.144210633016101</c:v>
                </c:pt>
                <c:pt idx="812">
                  <c:v>41.147226282984498</c:v>
                </c:pt>
                <c:pt idx="813">
                  <c:v>41.148813011120602</c:v>
                </c:pt>
                <c:pt idx="814">
                  <c:v>41.150973209269601</c:v>
                </c:pt>
                <c:pt idx="815">
                  <c:v>41.151114651548603</c:v>
                </c:pt>
                <c:pt idx="816">
                  <c:v>41.151391087391502</c:v>
                </c:pt>
                <c:pt idx="817">
                  <c:v>41.152082297367002</c:v>
                </c:pt>
                <c:pt idx="818">
                  <c:v>41.154167142144601</c:v>
                </c:pt>
                <c:pt idx="819">
                  <c:v>41.155407257142798</c:v>
                </c:pt>
                <c:pt idx="820">
                  <c:v>41.1569248270823</c:v>
                </c:pt>
                <c:pt idx="821">
                  <c:v>41.157364598168797</c:v>
                </c:pt>
                <c:pt idx="822">
                  <c:v>41.158200219966098</c:v>
                </c:pt>
                <c:pt idx="823">
                  <c:v>41.1614544410413</c:v>
                </c:pt>
                <c:pt idx="824">
                  <c:v>41.164228774089899</c:v>
                </c:pt>
                <c:pt idx="825">
                  <c:v>41.165056052631499</c:v>
                </c:pt>
                <c:pt idx="826">
                  <c:v>41.165290827827398</c:v>
                </c:pt>
                <c:pt idx="827">
                  <c:v>41.166084507535899</c:v>
                </c:pt>
                <c:pt idx="828">
                  <c:v>41.166197638376303</c:v>
                </c:pt>
                <c:pt idx="829">
                  <c:v>41.1664533888599</c:v>
                </c:pt>
                <c:pt idx="830">
                  <c:v>41.166715994020898</c:v>
                </c:pt>
                <c:pt idx="831">
                  <c:v>41.166815037800603</c:v>
                </c:pt>
                <c:pt idx="832">
                  <c:v>41.168722571200398</c:v>
                </c:pt>
                <c:pt idx="833">
                  <c:v>41.168845448415297</c:v>
                </c:pt>
                <c:pt idx="834">
                  <c:v>41.1689762851897</c:v>
                </c:pt>
                <c:pt idx="835">
                  <c:v>41.169097550734698</c:v>
                </c:pt>
                <c:pt idx="836">
                  <c:v>41.169251020408097</c:v>
                </c:pt>
                <c:pt idx="837">
                  <c:v>41.171116408045897</c:v>
                </c:pt>
                <c:pt idx="838">
                  <c:v>41.1717057142857</c:v>
                </c:pt>
                <c:pt idx="839">
                  <c:v>41.172463221343797</c:v>
                </c:pt>
                <c:pt idx="840">
                  <c:v>41.172578142243999</c:v>
                </c:pt>
                <c:pt idx="841">
                  <c:v>41.172643860386799</c:v>
                </c:pt>
                <c:pt idx="842">
                  <c:v>41.172692877005296</c:v>
                </c:pt>
                <c:pt idx="843">
                  <c:v>41.1728993265993</c:v>
                </c:pt>
                <c:pt idx="844">
                  <c:v>41.173049442282696</c:v>
                </c:pt>
                <c:pt idx="845">
                  <c:v>41.173403353166101</c:v>
                </c:pt>
                <c:pt idx="846">
                  <c:v>41.173427773393399</c:v>
                </c:pt>
                <c:pt idx="847">
                  <c:v>41.173655951972499</c:v>
                </c:pt>
                <c:pt idx="848">
                  <c:v>41.173764454633201</c:v>
                </c:pt>
                <c:pt idx="849">
                  <c:v>41.174080620155003</c:v>
                </c:pt>
                <c:pt idx="850">
                  <c:v>41.174202183014302</c:v>
                </c:pt>
                <c:pt idx="851">
                  <c:v>41.174555017359602</c:v>
                </c:pt>
                <c:pt idx="852">
                  <c:v>41.174571515986699</c:v>
                </c:pt>
                <c:pt idx="853">
                  <c:v>41.174846066962402</c:v>
                </c:pt>
                <c:pt idx="854">
                  <c:v>41.175042331288303</c:v>
                </c:pt>
                <c:pt idx="855">
                  <c:v>41.175070170067997</c:v>
                </c:pt>
                <c:pt idx="856">
                  <c:v>41.175156725627303</c:v>
                </c:pt>
                <c:pt idx="857">
                  <c:v>41.175514066785901</c:v>
                </c:pt>
                <c:pt idx="858">
                  <c:v>41.176475935643502</c:v>
                </c:pt>
                <c:pt idx="859">
                  <c:v>41.176658244680802</c:v>
                </c:pt>
                <c:pt idx="860">
                  <c:v>41.1769523583093</c:v>
                </c:pt>
                <c:pt idx="861">
                  <c:v>41.176992890094901</c:v>
                </c:pt>
                <c:pt idx="862">
                  <c:v>41.177347091020899</c:v>
                </c:pt>
                <c:pt idx="863">
                  <c:v>41.177529683011301</c:v>
                </c:pt>
                <c:pt idx="864">
                  <c:v>41.177691245901599</c:v>
                </c:pt>
                <c:pt idx="865">
                  <c:v>41.178984933005196</c:v>
                </c:pt>
                <c:pt idx="866">
                  <c:v>41.179450216606497</c:v>
                </c:pt>
                <c:pt idx="867">
                  <c:v>41.179552484304899</c:v>
                </c:pt>
                <c:pt idx="868">
                  <c:v>41.1805061449435</c:v>
                </c:pt>
                <c:pt idx="869">
                  <c:v>41.180521425308299</c:v>
                </c:pt>
                <c:pt idx="870">
                  <c:v>41.1808739745222</c:v>
                </c:pt>
                <c:pt idx="871">
                  <c:v>41.180924772135398</c:v>
                </c:pt>
                <c:pt idx="872">
                  <c:v>41.181162232779002</c:v>
                </c:pt>
                <c:pt idx="873">
                  <c:v>41.181423223140499</c:v>
                </c:pt>
                <c:pt idx="874">
                  <c:v>41.181874171597599</c:v>
                </c:pt>
                <c:pt idx="875">
                  <c:v>41.1823815261044</c:v>
                </c:pt>
                <c:pt idx="876">
                  <c:v>41.1825432116336</c:v>
                </c:pt>
                <c:pt idx="877">
                  <c:v>41.183214631449601</c:v>
                </c:pt>
                <c:pt idx="878">
                  <c:v>41.183365765253299</c:v>
                </c:pt>
                <c:pt idx="879">
                  <c:v>41.184914266943203</c:v>
                </c:pt>
                <c:pt idx="880">
                  <c:v>41.186570819964302</c:v>
                </c:pt>
                <c:pt idx="881">
                  <c:v>41.194826910569098</c:v>
                </c:pt>
                <c:pt idx="882">
                  <c:v>41.650691583248197</c:v>
                </c:pt>
                <c:pt idx="883">
                  <c:v>41.687022839770997</c:v>
                </c:pt>
                <c:pt idx="884">
                  <c:v>41.736311719532502</c:v>
                </c:pt>
                <c:pt idx="885">
                  <c:v>41.815661609657901</c:v>
                </c:pt>
                <c:pt idx="886">
                  <c:v>41.870498233470997</c:v>
                </c:pt>
                <c:pt idx="887">
                  <c:v>41.879956683480401</c:v>
                </c:pt>
                <c:pt idx="888">
                  <c:v>41.898107603305697</c:v>
                </c:pt>
                <c:pt idx="889">
                  <c:v>41.919382012480497</c:v>
                </c:pt>
                <c:pt idx="890">
                  <c:v>41.929235633699598</c:v>
                </c:pt>
                <c:pt idx="891">
                  <c:v>41.941624101536398</c:v>
                </c:pt>
                <c:pt idx="892">
                  <c:v>41.9489985101822</c:v>
                </c:pt>
                <c:pt idx="893">
                  <c:v>41.9529422964509</c:v>
                </c:pt>
                <c:pt idx="894">
                  <c:v>41.977123733413698</c:v>
                </c:pt>
                <c:pt idx="895">
                  <c:v>41.977616325903099</c:v>
                </c:pt>
                <c:pt idx="896">
                  <c:v>41.987675089686</c:v>
                </c:pt>
                <c:pt idx="897">
                  <c:v>41.987920385316301</c:v>
                </c:pt>
                <c:pt idx="898">
                  <c:v>41.988225034013603</c:v>
                </c:pt>
                <c:pt idx="899">
                  <c:v>41.990124891803198</c:v>
                </c:pt>
                <c:pt idx="900">
                  <c:v>41.9940850054764</c:v>
                </c:pt>
                <c:pt idx="901">
                  <c:v>41.995206992311097</c:v>
                </c:pt>
                <c:pt idx="902">
                  <c:v>41.9981844586666</c:v>
                </c:pt>
                <c:pt idx="903">
                  <c:v>42.006164399999903</c:v>
                </c:pt>
                <c:pt idx="904">
                  <c:v>42.009226967071001</c:v>
                </c:pt>
                <c:pt idx="905">
                  <c:v>42.012325839217802</c:v>
                </c:pt>
                <c:pt idx="906">
                  <c:v>42.014827448233802</c:v>
                </c:pt>
                <c:pt idx="907">
                  <c:v>42.015427051886697</c:v>
                </c:pt>
                <c:pt idx="908">
                  <c:v>42.0158228201811</c:v>
                </c:pt>
                <c:pt idx="909">
                  <c:v>42.019361243731197</c:v>
                </c:pt>
                <c:pt idx="910">
                  <c:v>42.020851480420198</c:v>
                </c:pt>
                <c:pt idx="911">
                  <c:v>42.021449717673597</c:v>
                </c:pt>
                <c:pt idx="912">
                  <c:v>42.023903890532502</c:v>
                </c:pt>
                <c:pt idx="913">
                  <c:v>42.024701760428599</c:v>
                </c:pt>
                <c:pt idx="914">
                  <c:v>42.025452267839597</c:v>
                </c:pt>
                <c:pt idx="915">
                  <c:v>42.027821434820602</c:v>
                </c:pt>
                <c:pt idx="916">
                  <c:v>42.0302430418892</c:v>
                </c:pt>
                <c:pt idx="917">
                  <c:v>42.030453600944497</c:v>
                </c:pt>
                <c:pt idx="918">
                  <c:v>42.0320360292326</c:v>
                </c:pt>
                <c:pt idx="919">
                  <c:v>42.032135127157098</c:v>
                </c:pt>
                <c:pt idx="920">
                  <c:v>42.035732047302197</c:v>
                </c:pt>
                <c:pt idx="921">
                  <c:v>42.035954502369599</c:v>
                </c:pt>
                <c:pt idx="922">
                  <c:v>42.0373733030303</c:v>
                </c:pt>
                <c:pt idx="923">
                  <c:v>42.041266568265598</c:v>
                </c:pt>
                <c:pt idx="924">
                  <c:v>42.042232790697597</c:v>
                </c:pt>
                <c:pt idx="925">
                  <c:v>42.042284156940603</c:v>
                </c:pt>
                <c:pt idx="926">
                  <c:v>42.043180703042999</c:v>
                </c:pt>
                <c:pt idx="927">
                  <c:v>42.044577486085302</c:v>
                </c:pt>
                <c:pt idx="928">
                  <c:v>42.044842797456802</c:v>
                </c:pt>
                <c:pt idx="929">
                  <c:v>42.045012863984603</c:v>
                </c:pt>
                <c:pt idx="930">
                  <c:v>42.046924533692703</c:v>
                </c:pt>
                <c:pt idx="931">
                  <c:v>42.047934742547397</c:v>
                </c:pt>
                <c:pt idx="932">
                  <c:v>42.047999032257998</c:v>
                </c:pt>
                <c:pt idx="933">
                  <c:v>42.049889448310097</c:v>
                </c:pt>
                <c:pt idx="934">
                  <c:v>42.050496076388796</c:v>
                </c:pt>
                <c:pt idx="935">
                  <c:v>42.0505261258741</c:v>
                </c:pt>
                <c:pt idx="936">
                  <c:v>42.050713051181098</c:v>
                </c:pt>
                <c:pt idx="937">
                  <c:v>42.052123527549</c:v>
                </c:pt>
                <c:pt idx="938">
                  <c:v>42.0529619398907</c:v>
                </c:pt>
                <c:pt idx="939">
                  <c:v>42.052997395944502</c:v>
                </c:pt>
                <c:pt idx="940">
                  <c:v>42.054347495412799</c:v>
                </c:pt>
                <c:pt idx="941">
                  <c:v>42.054870095522297</c:v>
                </c:pt>
                <c:pt idx="942">
                  <c:v>42.055161629986202</c:v>
                </c:pt>
                <c:pt idx="943">
                  <c:v>42.055312722859597</c:v>
                </c:pt>
                <c:pt idx="944">
                  <c:v>42.055423324250597</c:v>
                </c:pt>
                <c:pt idx="945">
                  <c:v>42.056269907264301</c:v>
                </c:pt>
                <c:pt idx="946">
                  <c:v>42.056874566229297</c:v>
                </c:pt>
                <c:pt idx="947">
                  <c:v>42.0571462184189</c:v>
                </c:pt>
                <c:pt idx="948">
                  <c:v>42.057166082928902</c:v>
                </c:pt>
                <c:pt idx="949">
                  <c:v>42.0572793198263</c:v>
                </c:pt>
                <c:pt idx="950">
                  <c:v>42.057419072524397</c:v>
                </c:pt>
                <c:pt idx="951">
                  <c:v>42.057422462482897</c:v>
                </c:pt>
                <c:pt idx="952">
                  <c:v>42.057810721518898</c:v>
                </c:pt>
                <c:pt idx="953">
                  <c:v>42.058004021084301</c:v>
                </c:pt>
                <c:pt idx="954">
                  <c:v>42.058657636566302</c:v>
                </c:pt>
                <c:pt idx="955">
                  <c:v>42.059007109053503</c:v>
                </c:pt>
                <c:pt idx="956">
                  <c:v>42.0596543711656</c:v>
                </c:pt>
                <c:pt idx="957">
                  <c:v>42.060065250883298</c:v>
                </c:pt>
                <c:pt idx="958">
                  <c:v>42.060236423902801</c:v>
                </c:pt>
                <c:pt idx="959">
                  <c:v>42.062041577017098</c:v>
                </c:pt>
                <c:pt idx="960">
                  <c:v>42.062339195088597</c:v>
                </c:pt>
                <c:pt idx="961">
                  <c:v>42.062441759306402</c:v>
                </c:pt>
                <c:pt idx="962">
                  <c:v>42.063300935328698</c:v>
                </c:pt>
                <c:pt idx="963">
                  <c:v>42.063815125977399</c:v>
                </c:pt>
                <c:pt idx="964">
                  <c:v>42.064023890977403</c:v>
                </c:pt>
                <c:pt idx="965">
                  <c:v>42.064057617647002</c:v>
                </c:pt>
                <c:pt idx="966">
                  <c:v>42.0641627935222</c:v>
                </c:pt>
                <c:pt idx="967">
                  <c:v>42.064783752025903</c:v>
                </c:pt>
                <c:pt idx="968">
                  <c:v>42.065378424657503</c:v>
                </c:pt>
                <c:pt idx="969">
                  <c:v>42.065437835748703</c:v>
                </c:pt>
                <c:pt idx="970">
                  <c:v>42.065778879581103</c:v>
                </c:pt>
                <c:pt idx="971">
                  <c:v>42.067151426843999</c:v>
                </c:pt>
                <c:pt idx="972">
                  <c:v>42.0682234589041</c:v>
                </c:pt>
                <c:pt idx="973">
                  <c:v>42.069277284688901</c:v>
                </c:pt>
                <c:pt idx="974">
                  <c:v>42.069383327605898</c:v>
                </c:pt>
                <c:pt idx="975">
                  <c:v>42.070044917081198</c:v>
                </c:pt>
                <c:pt idx="976">
                  <c:v>42.070290371046198</c:v>
                </c:pt>
                <c:pt idx="977">
                  <c:v>42.072059514091301</c:v>
                </c:pt>
                <c:pt idx="978">
                  <c:v>42.072456202158897</c:v>
                </c:pt>
                <c:pt idx="979">
                  <c:v>42.072906323529402</c:v>
                </c:pt>
                <c:pt idx="980">
                  <c:v>42.073409005360297</c:v>
                </c:pt>
                <c:pt idx="981">
                  <c:v>42.0736059171143</c:v>
                </c:pt>
                <c:pt idx="982">
                  <c:v>42.073698876474197</c:v>
                </c:pt>
                <c:pt idx="983">
                  <c:v>42.075776376953101</c:v>
                </c:pt>
                <c:pt idx="984">
                  <c:v>42.076205555555497</c:v>
                </c:pt>
                <c:pt idx="985">
                  <c:v>42.077910033333303</c:v>
                </c:pt>
                <c:pt idx="986">
                  <c:v>42.078809150622803</c:v>
                </c:pt>
                <c:pt idx="987">
                  <c:v>42.079379612724701</c:v>
                </c:pt>
                <c:pt idx="988">
                  <c:v>42.081986353065503</c:v>
                </c:pt>
                <c:pt idx="989">
                  <c:v>42.084614759615299</c:v>
                </c:pt>
                <c:pt idx="990">
                  <c:v>42.134209398907103</c:v>
                </c:pt>
                <c:pt idx="991">
                  <c:v>42.175227768860303</c:v>
                </c:pt>
                <c:pt idx="992">
                  <c:v>42.333317762923301</c:v>
                </c:pt>
                <c:pt idx="993">
                  <c:v>42.360856892808599</c:v>
                </c:pt>
                <c:pt idx="994">
                  <c:v>42.5422432842105</c:v>
                </c:pt>
                <c:pt idx="995">
                  <c:v>42.708716416827798</c:v>
                </c:pt>
                <c:pt idx="996">
                  <c:v>42.717340620437902</c:v>
                </c:pt>
                <c:pt idx="997">
                  <c:v>42.8369976586741</c:v>
                </c:pt>
                <c:pt idx="998">
                  <c:v>42.928021329545402</c:v>
                </c:pt>
              </c:numCache>
            </c:numRef>
          </c:xVal>
          <c:yVal>
            <c:numRef>
              <c:f>Sheet1!$E$2:$E$1000</c:f>
              <c:numCache>
                <c:formatCode>General</c:formatCode>
                <c:ptCount val="999"/>
                <c:pt idx="0">
                  <c:v>15291</c:v>
                </c:pt>
                <c:pt idx="1">
                  <c:v>7958</c:v>
                </c:pt>
                <c:pt idx="2">
                  <c:v>19366</c:v>
                </c:pt>
                <c:pt idx="3">
                  <c:v>8400</c:v>
                </c:pt>
                <c:pt idx="4">
                  <c:v>10164</c:v>
                </c:pt>
                <c:pt idx="5">
                  <c:v>7620</c:v>
                </c:pt>
                <c:pt idx="6">
                  <c:v>17985</c:v>
                </c:pt>
                <c:pt idx="7">
                  <c:v>15100</c:v>
                </c:pt>
                <c:pt idx="8">
                  <c:v>16310</c:v>
                </c:pt>
                <c:pt idx="9">
                  <c:v>19317</c:v>
                </c:pt>
                <c:pt idx="10">
                  <c:v>11646</c:v>
                </c:pt>
                <c:pt idx="11">
                  <c:v>23310</c:v>
                </c:pt>
                <c:pt idx="12">
                  <c:v>8909</c:v>
                </c:pt>
                <c:pt idx="13">
                  <c:v>11082</c:v>
                </c:pt>
                <c:pt idx="14">
                  <c:v>9772</c:v>
                </c:pt>
                <c:pt idx="15">
                  <c:v>9789</c:v>
                </c:pt>
                <c:pt idx="16">
                  <c:v>8079</c:v>
                </c:pt>
                <c:pt idx="17">
                  <c:v>3578</c:v>
                </c:pt>
                <c:pt idx="18">
                  <c:v>20805</c:v>
                </c:pt>
                <c:pt idx="19">
                  <c:v>7619</c:v>
                </c:pt>
                <c:pt idx="20">
                  <c:v>16884</c:v>
                </c:pt>
                <c:pt idx="21">
                  <c:v>15004</c:v>
                </c:pt>
                <c:pt idx="22">
                  <c:v>14551</c:v>
                </c:pt>
                <c:pt idx="23">
                  <c:v>16262</c:v>
                </c:pt>
                <c:pt idx="24">
                  <c:v>5783</c:v>
                </c:pt>
                <c:pt idx="25">
                  <c:v>9005</c:v>
                </c:pt>
                <c:pt idx="26">
                  <c:v>5752</c:v>
                </c:pt>
                <c:pt idx="27">
                  <c:v>7014</c:v>
                </c:pt>
                <c:pt idx="28">
                  <c:v>8932</c:v>
                </c:pt>
                <c:pt idx="29">
                  <c:v>26410</c:v>
                </c:pt>
                <c:pt idx="30">
                  <c:v>5788</c:v>
                </c:pt>
                <c:pt idx="31">
                  <c:v>12222</c:v>
                </c:pt>
                <c:pt idx="32">
                  <c:v>6632</c:v>
                </c:pt>
                <c:pt idx="33">
                  <c:v>12949</c:v>
                </c:pt>
                <c:pt idx="34">
                  <c:v>6991</c:v>
                </c:pt>
                <c:pt idx="35">
                  <c:v>5550</c:v>
                </c:pt>
                <c:pt idx="36">
                  <c:v>6037</c:v>
                </c:pt>
                <c:pt idx="37">
                  <c:v>6070</c:v>
                </c:pt>
                <c:pt idx="38">
                  <c:v>10223</c:v>
                </c:pt>
                <c:pt idx="39">
                  <c:v>14745</c:v>
                </c:pt>
                <c:pt idx="40">
                  <c:v>5429</c:v>
                </c:pt>
                <c:pt idx="41">
                  <c:v>13256</c:v>
                </c:pt>
                <c:pt idx="42">
                  <c:v>8408</c:v>
                </c:pt>
                <c:pt idx="43">
                  <c:v>14585</c:v>
                </c:pt>
                <c:pt idx="44">
                  <c:v>6232</c:v>
                </c:pt>
                <c:pt idx="45">
                  <c:v>14188</c:v>
                </c:pt>
                <c:pt idx="46">
                  <c:v>5857</c:v>
                </c:pt>
                <c:pt idx="47">
                  <c:v>18775</c:v>
                </c:pt>
                <c:pt idx="48">
                  <c:v>7579</c:v>
                </c:pt>
                <c:pt idx="49">
                  <c:v>15508</c:v>
                </c:pt>
                <c:pt idx="50">
                  <c:v>6253</c:v>
                </c:pt>
                <c:pt idx="51">
                  <c:v>8904</c:v>
                </c:pt>
                <c:pt idx="52">
                  <c:v>13384</c:v>
                </c:pt>
                <c:pt idx="53">
                  <c:v>6448</c:v>
                </c:pt>
                <c:pt idx="54">
                  <c:v>15637</c:v>
                </c:pt>
                <c:pt idx="55">
                  <c:v>18356</c:v>
                </c:pt>
                <c:pt idx="56">
                  <c:v>7023</c:v>
                </c:pt>
                <c:pt idx="57">
                  <c:v>6752</c:v>
                </c:pt>
                <c:pt idx="58">
                  <c:v>5141</c:v>
                </c:pt>
                <c:pt idx="59">
                  <c:v>2678</c:v>
                </c:pt>
                <c:pt idx="60">
                  <c:v>9268</c:v>
                </c:pt>
                <c:pt idx="61">
                  <c:v>6911</c:v>
                </c:pt>
                <c:pt idx="62">
                  <c:v>6175</c:v>
                </c:pt>
                <c:pt idx="63">
                  <c:v>6607</c:v>
                </c:pt>
                <c:pt idx="64">
                  <c:v>11170</c:v>
                </c:pt>
                <c:pt idx="65">
                  <c:v>10084</c:v>
                </c:pt>
                <c:pt idx="66">
                  <c:v>9470</c:v>
                </c:pt>
                <c:pt idx="67">
                  <c:v>8091</c:v>
                </c:pt>
                <c:pt idx="68">
                  <c:v>9448</c:v>
                </c:pt>
                <c:pt idx="69">
                  <c:v>6500</c:v>
                </c:pt>
                <c:pt idx="70">
                  <c:v>4106</c:v>
                </c:pt>
                <c:pt idx="71">
                  <c:v>18330</c:v>
                </c:pt>
                <c:pt idx="72">
                  <c:v>6548</c:v>
                </c:pt>
                <c:pt idx="73">
                  <c:v>18867</c:v>
                </c:pt>
                <c:pt idx="74">
                  <c:v>7485</c:v>
                </c:pt>
                <c:pt idx="75">
                  <c:v>19384</c:v>
                </c:pt>
                <c:pt idx="76">
                  <c:v>4270</c:v>
                </c:pt>
                <c:pt idx="77">
                  <c:v>9802</c:v>
                </c:pt>
                <c:pt idx="78">
                  <c:v>6937</c:v>
                </c:pt>
                <c:pt idx="79">
                  <c:v>5485</c:v>
                </c:pt>
                <c:pt idx="80">
                  <c:v>9473</c:v>
                </c:pt>
                <c:pt idx="81">
                  <c:v>4649</c:v>
                </c:pt>
                <c:pt idx="82">
                  <c:v>3281</c:v>
                </c:pt>
                <c:pt idx="83">
                  <c:v>5524</c:v>
                </c:pt>
                <c:pt idx="84">
                  <c:v>17343</c:v>
                </c:pt>
                <c:pt idx="85">
                  <c:v>15897</c:v>
                </c:pt>
                <c:pt idx="86">
                  <c:v>11036</c:v>
                </c:pt>
                <c:pt idx="87">
                  <c:v>14503</c:v>
                </c:pt>
                <c:pt idx="88">
                  <c:v>11579</c:v>
                </c:pt>
                <c:pt idx="89">
                  <c:v>4825</c:v>
                </c:pt>
                <c:pt idx="90">
                  <c:v>8147</c:v>
                </c:pt>
                <c:pt idx="91">
                  <c:v>13306</c:v>
                </c:pt>
                <c:pt idx="92">
                  <c:v>9108</c:v>
                </c:pt>
                <c:pt idx="93">
                  <c:v>5194</c:v>
                </c:pt>
                <c:pt idx="94">
                  <c:v>15971</c:v>
                </c:pt>
                <c:pt idx="95">
                  <c:v>5653</c:v>
                </c:pt>
                <c:pt idx="96">
                  <c:v>19017</c:v>
                </c:pt>
                <c:pt idx="97">
                  <c:v>5037</c:v>
                </c:pt>
                <c:pt idx="98">
                  <c:v>15986</c:v>
                </c:pt>
                <c:pt idx="99">
                  <c:v>8631</c:v>
                </c:pt>
                <c:pt idx="100">
                  <c:v>14587</c:v>
                </c:pt>
                <c:pt idx="101">
                  <c:v>4127</c:v>
                </c:pt>
                <c:pt idx="102">
                  <c:v>8207</c:v>
                </c:pt>
                <c:pt idx="103">
                  <c:v>13542</c:v>
                </c:pt>
                <c:pt idx="104">
                  <c:v>9018</c:v>
                </c:pt>
                <c:pt idx="105">
                  <c:v>20223</c:v>
                </c:pt>
                <c:pt idx="106">
                  <c:v>11332</c:v>
                </c:pt>
                <c:pt idx="107">
                  <c:v>8747</c:v>
                </c:pt>
                <c:pt idx="108">
                  <c:v>6102</c:v>
                </c:pt>
                <c:pt idx="109">
                  <c:v>6092</c:v>
                </c:pt>
                <c:pt idx="110">
                  <c:v>4552</c:v>
                </c:pt>
                <c:pt idx="111">
                  <c:v>10381</c:v>
                </c:pt>
                <c:pt idx="112">
                  <c:v>7380</c:v>
                </c:pt>
                <c:pt idx="113">
                  <c:v>7864</c:v>
                </c:pt>
                <c:pt idx="114">
                  <c:v>6934</c:v>
                </c:pt>
                <c:pt idx="115">
                  <c:v>4941</c:v>
                </c:pt>
                <c:pt idx="116">
                  <c:v>16686</c:v>
                </c:pt>
                <c:pt idx="117">
                  <c:v>7158</c:v>
                </c:pt>
                <c:pt idx="118">
                  <c:v>4503</c:v>
                </c:pt>
                <c:pt idx="119">
                  <c:v>5106</c:v>
                </c:pt>
                <c:pt idx="120">
                  <c:v>12588</c:v>
                </c:pt>
                <c:pt idx="121">
                  <c:v>18036</c:v>
                </c:pt>
                <c:pt idx="122">
                  <c:v>9737</c:v>
                </c:pt>
                <c:pt idx="123">
                  <c:v>5863</c:v>
                </c:pt>
                <c:pt idx="124">
                  <c:v>11039</c:v>
                </c:pt>
                <c:pt idx="125">
                  <c:v>6173</c:v>
                </c:pt>
                <c:pt idx="126">
                  <c:v>5764</c:v>
                </c:pt>
                <c:pt idx="127">
                  <c:v>4259</c:v>
                </c:pt>
                <c:pt idx="128">
                  <c:v>6032</c:v>
                </c:pt>
                <c:pt idx="129">
                  <c:v>4163</c:v>
                </c:pt>
                <c:pt idx="130">
                  <c:v>5903</c:v>
                </c:pt>
                <c:pt idx="131">
                  <c:v>4172</c:v>
                </c:pt>
                <c:pt idx="132">
                  <c:v>9284</c:v>
                </c:pt>
                <c:pt idx="133">
                  <c:v>9328</c:v>
                </c:pt>
                <c:pt idx="134">
                  <c:v>6457</c:v>
                </c:pt>
                <c:pt idx="135">
                  <c:v>7494</c:v>
                </c:pt>
                <c:pt idx="136">
                  <c:v>6968</c:v>
                </c:pt>
                <c:pt idx="137">
                  <c:v>12167</c:v>
                </c:pt>
                <c:pt idx="138">
                  <c:v>5056</c:v>
                </c:pt>
                <c:pt idx="139">
                  <c:v>5737</c:v>
                </c:pt>
                <c:pt idx="140">
                  <c:v>6827</c:v>
                </c:pt>
                <c:pt idx="141">
                  <c:v>6161</c:v>
                </c:pt>
                <c:pt idx="142">
                  <c:v>5072</c:v>
                </c:pt>
                <c:pt idx="143">
                  <c:v>6119</c:v>
                </c:pt>
                <c:pt idx="144">
                  <c:v>5151</c:v>
                </c:pt>
                <c:pt idx="145">
                  <c:v>11309</c:v>
                </c:pt>
                <c:pt idx="146">
                  <c:v>9573</c:v>
                </c:pt>
                <c:pt idx="147">
                  <c:v>7497</c:v>
                </c:pt>
                <c:pt idx="148">
                  <c:v>4928</c:v>
                </c:pt>
                <c:pt idx="149">
                  <c:v>13613</c:v>
                </c:pt>
                <c:pt idx="150">
                  <c:v>3429</c:v>
                </c:pt>
                <c:pt idx="151">
                  <c:v>9493</c:v>
                </c:pt>
                <c:pt idx="152">
                  <c:v>5475</c:v>
                </c:pt>
                <c:pt idx="153">
                  <c:v>5810</c:v>
                </c:pt>
                <c:pt idx="154">
                  <c:v>5380</c:v>
                </c:pt>
                <c:pt idx="155">
                  <c:v>8821</c:v>
                </c:pt>
                <c:pt idx="156">
                  <c:v>10814</c:v>
                </c:pt>
                <c:pt idx="157">
                  <c:v>18366</c:v>
                </c:pt>
                <c:pt idx="158">
                  <c:v>11250</c:v>
                </c:pt>
                <c:pt idx="159">
                  <c:v>8482</c:v>
                </c:pt>
                <c:pt idx="160">
                  <c:v>4834</c:v>
                </c:pt>
                <c:pt idx="161">
                  <c:v>13940</c:v>
                </c:pt>
                <c:pt idx="162">
                  <c:v>6085</c:v>
                </c:pt>
                <c:pt idx="163">
                  <c:v>4990</c:v>
                </c:pt>
                <c:pt idx="164">
                  <c:v>12065</c:v>
                </c:pt>
                <c:pt idx="165">
                  <c:v>6577</c:v>
                </c:pt>
                <c:pt idx="166">
                  <c:v>4895</c:v>
                </c:pt>
                <c:pt idx="167">
                  <c:v>7259</c:v>
                </c:pt>
                <c:pt idx="168">
                  <c:v>6345</c:v>
                </c:pt>
                <c:pt idx="169">
                  <c:v>6641</c:v>
                </c:pt>
                <c:pt idx="170">
                  <c:v>8828</c:v>
                </c:pt>
                <c:pt idx="171">
                  <c:v>11030</c:v>
                </c:pt>
                <c:pt idx="172">
                  <c:v>4288</c:v>
                </c:pt>
                <c:pt idx="173">
                  <c:v>10528</c:v>
                </c:pt>
                <c:pt idx="174">
                  <c:v>5720</c:v>
                </c:pt>
                <c:pt idx="175">
                  <c:v>6424</c:v>
                </c:pt>
                <c:pt idx="176">
                  <c:v>9693</c:v>
                </c:pt>
                <c:pt idx="177">
                  <c:v>13019</c:v>
                </c:pt>
                <c:pt idx="178">
                  <c:v>10153</c:v>
                </c:pt>
                <c:pt idx="179">
                  <c:v>11257</c:v>
                </c:pt>
                <c:pt idx="180">
                  <c:v>4305</c:v>
                </c:pt>
                <c:pt idx="181">
                  <c:v>8431</c:v>
                </c:pt>
                <c:pt idx="182">
                  <c:v>14344</c:v>
                </c:pt>
                <c:pt idx="183">
                  <c:v>13508</c:v>
                </c:pt>
                <c:pt idx="184">
                  <c:v>6636</c:v>
                </c:pt>
                <c:pt idx="185">
                  <c:v>6007</c:v>
                </c:pt>
                <c:pt idx="186">
                  <c:v>13609</c:v>
                </c:pt>
                <c:pt idx="187">
                  <c:v>4492</c:v>
                </c:pt>
                <c:pt idx="188">
                  <c:v>15345</c:v>
                </c:pt>
                <c:pt idx="189">
                  <c:v>7593</c:v>
                </c:pt>
                <c:pt idx="190">
                  <c:v>4776</c:v>
                </c:pt>
                <c:pt idx="191">
                  <c:v>11667</c:v>
                </c:pt>
                <c:pt idx="192">
                  <c:v>6525</c:v>
                </c:pt>
                <c:pt idx="193">
                  <c:v>7139</c:v>
                </c:pt>
                <c:pt idx="194">
                  <c:v>13793</c:v>
                </c:pt>
                <c:pt idx="195">
                  <c:v>11900</c:v>
                </c:pt>
                <c:pt idx="196">
                  <c:v>6098</c:v>
                </c:pt>
                <c:pt idx="197">
                  <c:v>4133</c:v>
                </c:pt>
                <c:pt idx="198">
                  <c:v>11758</c:v>
                </c:pt>
                <c:pt idx="199">
                  <c:v>9273</c:v>
                </c:pt>
                <c:pt idx="200">
                  <c:v>3725</c:v>
                </c:pt>
                <c:pt idx="201">
                  <c:v>4015</c:v>
                </c:pt>
                <c:pt idx="202">
                  <c:v>3543</c:v>
                </c:pt>
                <c:pt idx="203">
                  <c:v>3421</c:v>
                </c:pt>
                <c:pt idx="204">
                  <c:v>3028</c:v>
                </c:pt>
                <c:pt idx="205">
                  <c:v>1704</c:v>
                </c:pt>
                <c:pt idx="206">
                  <c:v>3549</c:v>
                </c:pt>
                <c:pt idx="207">
                  <c:v>8130</c:v>
                </c:pt>
                <c:pt idx="208">
                  <c:v>10518</c:v>
                </c:pt>
                <c:pt idx="209">
                  <c:v>4575</c:v>
                </c:pt>
                <c:pt idx="210">
                  <c:v>3997</c:v>
                </c:pt>
                <c:pt idx="211">
                  <c:v>6647</c:v>
                </c:pt>
                <c:pt idx="212">
                  <c:v>2990</c:v>
                </c:pt>
                <c:pt idx="213">
                  <c:v>3822</c:v>
                </c:pt>
                <c:pt idx="214">
                  <c:v>2903</c:v>
                </c:pt>
                <c:pt idx="215">
                  <c:v>2491</c:v>
                </c:pt>
                <c:pt idx="216">
                  <c:v>2638</c:v>
                </c:pt>
                <c:pt idx="217">
                  <c:v>3369</c:v>
                </c:pt>
                <c:pt idx="218">
                  <c:v>9908</c:v>
                </c:pt>
                <c:pt idx="219">
                  <c:v>7372</c:v>
                </c:pt>
                <c:pt idx="220">
                  <c:v>4246</c:v>
                </c:pt>
                <c:pt idx="221">
                  <c:v>4297</c:v>
                </c:pt>
                <c:pt idx="222">
                  <c:v>2348</c:v>
                </c:pt>
                <c:pt idx="223">
                  <c:v>2443</c:v>
                </c:pt>
                <c:pt idx="224">
                  <c:v>3159</c:v>
                </c:pt>
                <c:pt idx="225">
                  <c:v>2796</c:v>
                </c:pt>
                <c:pt idx="226">
                  <c:v>4393</c:v>
                </c:pt>
                <c:pt idx="227">
                  <c:v>8717</c:v>
                </c:pt>
                <c:pt idx="228">
                  <c:v>6685</c:v>
                </c:pt>
                <c:pt idx="229">
                  <c:v>9182</c:v>
                </c:pt>
                <c:pt idx="230">
                  <c:v>3968</c:v>
                </c:pt>
                <c:pt idx="231">
                  <c:v>9183</c:v>
                </c:pt>
                <c:pt idx="232">
                  <c:v>8298</c:v>
                </c:pt>
                <c:pt idx="233">
                  <c:v>3924</c:v>
                </c:pt>
                <c:pt idx="234">
                  <c:v>8211</c:v>
                </c:pt>
                <c:pt idx="235">
                  <c:v>5453</c:v>
                </c:pt>
                <c:pt idx="236">
                  <c:v>2176</c:v>
                </c:pt>
                <c:pt idx="237">
                  <c:v>4507</c:v>
                </c:pt>
                <c:pt idx="238">
                  <c:v>4914</c:v>
                </c:pt>
                <c:pt idx="239">
                  <c:v>6968</c:v>
                </c:pt>
                <c:pt idx="240">
                  <c:v>1476</c:v>
                </c:pt>
                <c:pt idx="241">
                  <c:v>6918</c:v>
                </c:pt>
                <c:pt idx="242">
                  <c:v>12317</c:v>
                </c:pt>
                <c:pt idx="243">
                  <c:v>6119</c:v>
                </c:pt>
                <c:pt idx="244">
                  <c:v>10388</c:v>
                </c:pt>
                <c:pt idx="245">
                  <c:v>5583</c:v>
                </c:pt>
                <c:pt idx="246">
                  <c:v>11363</c:v>
                </c:pt>
                <c:pt idx="247">
                  <c:v>4074</c:v>
                </c:pt>
                <c:pt idx="248">
                  <c:v>3809</c:v>
                </c:pt>
                <c:pt idx="249">
                  <c:v>10393</c:v>
                </c:pt>
                <c:pt idx="250">
                  <c:v>5304</c:v>
                </c:pt>
                <c:pt idx="251">
                  <c:v>1892</c:v>
                </c:pt>
                <c:pt idx="252">
                  <c:v>2426</c:v>
                </c:pt>
                <c:pt idx="253">
                  <c:v>4672</c:v>
                </c:pt>
                <c:pt idx="254">
                  <c:v>4191</c:v>
                </c:pt>
                <c:pt idx="255">
                  <c:v>3320</c:v>
                </c:pt>
                <c:pt idx="256">
                  <c:v>4030</c:v>
                </c:pt>
                <c:pt idx="257">
                  <c:v>1627</c:v>
                </c:pt>
                <c:pt idx="258">
                  <c:v>3423</c:v>
                </c:pt>
                <c:pt idx="259">
                  <c:v>4544</c:v>
                </c:pt>
                <c:pt idx="260">
                  <c:v>2310</c:v>
                </c:pt>
                <c:pt idx="261">
                  <c:v>1974</c:v>
                </c:pt>
                <c:pt idx="262">
                  <c:v>10800</c:v>
                </c:pt>
                <c:pt idx="263">
                  <c:v>1872</c:v>
                </c:pt>
                <c:pt idx="264">
                  <c:v>7155</c:v>
                </c:pt>
                <c:pt idx="265">
                  <c:v>2117</c:v>
                </c:pt>
                <c:pt idx="266">
                  <c:v>9973</c:v>
                </c:pt>
                <c:pt idx="267">
                  <c:v>3666</c:v>
                </c:pt>
                <c:pt idx="268">
                  <c:v>11257</c:v>
                </c:pt>
                <c:pt idx="269">
                  <c:v>4519</c:v>
                </c:pt>
                <c:pt idx="270">
                  <c:v>8364</c:v>
                </c:pt>
                <c:pt idx="271">
                  <c:v>4765</c:v>
                </c:pt>
                <c:pt idx="272">
                  <c:v>10269</c:v>
                </c:pt>
                <c:pt idx="273">
                  <c:v>10830</c:v>
                </c:pt>
                <c:pt idx="274">
                  <c:v>7806</c:v>
                </c:pt>
                <c:pt idx="275">
                  <c:v>13321</c:v>
                </c:pt>
                <c:pt idx="276">
                  <c:v>13484</c:v>
                </c:pt>
                <c:pt idx="277">
                  <c:v>4791</c:v>
                </c:pt>
                <c:pt idx="278">
                  <c:v>5913</c:v>
                </c:pt>
                <c:pt idx="279">
                  <c:v>5723</c:v>
                </c:pt>
                <c:pt idx="280">
                  <c:v>7938</c:v>
                </c:pt>
                <c:pt idx="281">
                  <c:v>9721</c:v>
                </c:pt>
                <c:pt idx="282">
                  <c:v>11330</c:v>
                </c:pt>
                <c:pt idx="283">
                  <c:v>16276</c:v>
                </c:pt>
                <c:pt idx="284">
                  <c:v>7520</c:v>
                </c:pt>
                <c:pt idx="285">
                  <c:v>5228</c:v>
                </c:pt>
                <c:pt idx="286">
                  <c:v>3854</c:v>
                </c:pt>
                <c:pt idx="287">
                  <c:v>6360</c:v>
                </c:pt>
                <c:pt idx="288">
                  <c:v>10102</c:v>
                </c:pt>
                <c:pt idx="289">
                  <c:v>6265</c:v>
                </c:pt>
                <c:pt idx="290">
                  <c:v>5048</c:v>
                </c:pt>
                <c:pt idx="291">
                  <c:v>9210</c:v>
                </c:pt>
                <c:pt idx="292">
                  <c:v>5959</c:v>
                </c:pt>
                <c:pt idx="293">
                  <c:v>10643</c:v>
                </c:pt>
                <c:pt idx="294">
                  <c:v>8120</c:v>
                </c:pt>
                <c:pt idx="295">
                  <c:v>5992</c:v>
                </c:pt>
                <c:pt idx="296">
                  <c:v>6007</c:v>
                </c:pt>
                <c:pt idx="297">
                  <c:v>9012</c:v>
                </c:pt>
                <c:pt idx="298">
                  <c:v>6541</c:v>
                </c:pt>
                <c:pt idx="299">
                  <c:v>6087</c:v>
                </c:pt>
                <c:pt idx="300">
                  <c:v>7712</c:v>
                </c:pt>
                <c:pt idx="301">
                  <c:v>5185</c:v>
                </c:pt>
                <c:pt idx="302">
                  <c:v>2677</c:v>
                </c:pt>
                <c:pt idx="303">
                  <c:v>6138</c:v>
                </c:pt>
                <c:pt idx="304">
                  <c:v>9936</c:v>
                </c:pt>
                <c:pt idx="305">
                  <c:v>7771</c:v>
                </c:pt>
                <c:pt idx="306">
                  <c:v>6675</c:v>
                </c:pt>
                <c:pt idx="307">
                  <c:v>8116</c:v>
                </c:pt>
                <c:pt idx="308">
                  <c:v>8577</c:v>
                </c:pt>
                <c:pt idx="309">
                  <c:v>10624</c:v>
                </c:pt>
                <c:pt idx="310">
                  <c:v>10761</c:v>
                </c:pt>
                <c:pt idx="311">
                  <c:v>6278</c:v>
                </c:pt>
                <c:pt idx="312">
                  <c:v>4351</c:v>
                </c:pt>
                <c:pt idx="313">
                  <c:v>10840</c:v>
                </c:pt>
                <c:pt idx="314">
                  <c:v>8035</c:v>
                </c:pt>
                <c:pt idx="315">
                  <c:v>5558</c:v>
                </c:pt>
                <c:pt idx="316">
                  <c:v>4282</c:v>
                </c:pt>
                <c:pt idx="317">
                  <c:v>9501</c:v>
                </c:pt>
                <c:pt idx="318">
                  <c:v>11726</c:v>
                </c:pt>
                <c:pt idx="319">
                  <c:v>11590</c:v>
                </c:pt>
                <c:pt idx="320">
                  <c:v>5089</c:v>
                </c:pt>
                <c:pt idx="321">
                  <c:v>4800</c:v>
                </c:pt>
                <c:pt idx="322">
                  <c:v>7392</c:v>
                </c:pt>
                <c:pt idx="323">
                  <c:v>10896</c:v>
                </c:pt>
                <c:pt idx="324">
                  <c:v>7542</c:v>
                </c:pt>
                <c:pt idx="325">
                  <c:v>5759</c:v>
                </c:pt>
                <c:pt idx="326">
                  <c:v>6320</c:v>
                </c:pt>
                <c:pt idx="327">
                  <c:v>4838</c:v>
                </c:pt>
                <c:pt idx="328">
                  <c:v>3576</c:v>
                </c:pt>
                <c:pt idx="329">
                  <c:v>3958</c:v>
                </c:pt>
                <c:pt idx="330">
                  <c:v>3447</c:v>
                </c:pt>
                <c:pt idx="331">
                  <c:v>6646</c:v>
                </c:pt>
                <c:pt idx="332">
                  <c:v>3536</c:v>
                </c:pt>
                <c:pt idx="333">
                  <c:v>3236</c:v>
                </c:pt>
                <c:pt idx="334">
                  <c:v>7220</c:v>
                </c:pt>
                <c:pt idx="335">
                  <c:v>3807</c:v>
                </c:pt>
                <c:pt idx="336">
                  <c:v>6082</c:v>
                </c:pt>
                <c:pt idx="337">
                  <c:v>8537</c:v>
                </c:pt>
                <c:pt idx="338">
                  <c:v>3672</c:v>
                </c:pt>
                <c:pt idx="339">
                  <c:v>8209</c:v>
                </c:pt>
                <c:pt idx="340">
                  <c:v>3576</c:v>
                </c:pt>
                <c:pt idx="341">
                  <c:v>3302</c:v>
                </c:pt>
                <c:pt idx="342">
                  <c:v>3592</c:v>
                </c:pt>
                <c:pt idx="343">
                  <c:v>2867</c:v>
                </c:pt>
                <c:pt idx="344">
                  <c:v>4649</c:v>
                </c:pt>
                <c:pt idx="345">
                  <c:v>1601</c:v>
                </c:pt>
                <c:pt idx="346">
                  <c:v>1618</c:v>
                </c:pt>
                <c:pt idx="347">
                  <c:v>1982</c:v>
                </c:pt>
                <c:pt idx="348">
                  <c:v>1419</c:v>
                </c:pt>
                <c:pt idx="349">
                  <c:v>1772</c:v>
                </c:pt>
                <c:pt idx="350">
                  <c:v>2323</c:v>
                </c:pt>
                <c:pt idx="351">
                  <c:v>2159</c:v>
                </c:pt>
                <c:pt idx="352">
                  <c:v>3915</c:v>
                </c:pt>
                <c:pt idx="353">
                  <c:v>2335</c:v>
                </c:pt>
                <c:pt idx="354">
                  <c:v>2375</c:v>
                </c:pt>
                <c:pt idx="355">
                  <c:v>2307</c:v>
                </c:pt>
                <c:pt idx="356">
                  <c:v>3432</c:v>
                </c:pt>
                <c:pt idx="357">
                  <c:v>3557</c:v>
                </c:pt>
                <c:pt idx="358">
                  <c:v>3148</c:v>
                </c:pt>
                <c:pt idx="359">
                  <c:v>3563</c:v>
                </c:pt>
                <c:pt idx="360">
                  <c:v>5143</c:v>
                </c:pt>
                <c:pt idx="361">
                  <c:v>2023</c:v>
                </c:pt>
                <c:pt idx="362">
                  <c:v>2637</c:v>
                </c:pt>
                <c:pt idx="363">
                  <c:v>5149</c:v>
                </c:pt>
                <c:pt idx="364">
                  <c:v>4172</c:v>
                </c:pt>
                <c:pt idx="365">
                  <c:v>3143</c:v>
                </c:pt>
                <c:pt idx="366">
                  <c:v>2467</c:v>
                </c:pt>
                <c:pt idx="367">
                  <c:v>2592</c:v>
                </c:pt>
                <c:pt idx="368">
                  <c:v>2990</c:v>
                </c:pt>
                <c:pt idx="369">
                  <c:v>1967</c:v>
                </c:pt>
                <c:pt idx="370">
                  <c:v>2672</c:v>
                </c:pt>
                <c:pt idx="371">
                  <c:v>3825</c:v>
                </c:pt>
                <c:pt idx="372">
                  <c:v>4383</c:v>
                </c:pt>
                <c:pt idx="373">
                  <c:v>5735</c:v>
                </c:pt>
                <c:pt idx="374">
                  <c:v>2729</c:v>
                </c:pt>
                <c:pt idx="375">
                  <c:v>1592</c:v>
                </c:pt>
                <c:pt idx="376">
                  <c:v>3394</c:v>
                </c:pt>
                <c:pt idx="377">
                  <c:v>2707</c:v>
                </c:pt>
                <c:pt idx="378">
                  <c:v>4901</c:v>
                </c:pt>
                <c:pt idx="379">
                  <c:v>4242</c:v>
                </c:pt>
                <c:pt idx="380">
                  <c:v>4936</c:v>
                </c:pt>
                <c:pt idx="381">
                  <c:v>3121</c:v>
                </c:pt>
                <c:pt idx="382">
                  <c:v>2667</c:v>
                </c:pt>
                <c:pt idx="383">
                  <c:v>2968</c:v>
                </c:pt>
                <c:pt idx="384">
                  <c:v>2303</c:v>
                </c:pt>
                <c:pt idx="385">
                  <c:v>2428</c:v>
                </c:pt>
                <c:pt idx="386">
                  <c:v>2247</c:v>
                </c:pt>
                <c:pt idx="387">
                  <c:v>3355</c:v>
                </c:pt>
                <c:pt idx="388">
                  <c:v>2809</c:v>
                </c:pt>
                <c:pt idx="389">
                  <c:v>3094</c:v>
                </c:pt>
                <c:pt idx="390">
                  <c:v>3503</c:v>
                </c:pt>
                <c:pt idx="391">
                  <c:v>2002</c:v>
                </c:pt>
                <c:pt idx="392">
                  <c:v>3759</c:v>
                </c:pt>
                <c:pt idx="393">
                  <c:v>2833</c:v>
                </c:pt>
                <c:pt idx="394">
                  <c:v>2947</c:v>
                </c:pt>
                <c:pt idx="395">
                  <c:v>2799</c:v>
                </c:pt>
                <c:pt idx="396">
                  <c:v>2105</c:v>
                </c:pt>
                <c:pt idx="397">
                  <c:v>2003</c:v>
                </c:pt>
                <c:pt idx="398">
                  <c:v>1047</c:v>
                </c:pt>
                <c:pt idx="399">
                  <c:v>2475</c:v>
                </c:pt>
                <c:pt idx="400">
                  <c:v>2151</c:v>
                </c:pt>
                <c:pt idx="401">
                  <c:v>4694</c:v>
                </c:pt>
                <c:pt idx="402">
                  <c:v>4000</c:v>
                </c:pt>
                <c:pt idx="403">
                  <c:v>7843</c:v>
                </c:pt>
                <c:pt idx="404">
                  <c:v>5732</c:v>
                </c:pt>
                <c:pt idx="405">
                  <c:v>4216</c:v>
                </c:pt>
                <c:pt idx="406">
                  <c:v>6150</c:v>
                </c:pt>
                <c:pt idx="407">
                  <c:v>3224</c:v>
                </c:pt>
                <c:pt idx="408">
                  <c:v>5945</c:v>
                </c:pt>
                <c:pt idx="409">
                  <c:v>3707</c:v>
                </c:pt>
                <c:pt idx="410">
                  <c:v>3943</c:v>
                </c:pt>
                <c:pt idx="411">
                  <c:v>7479</c:v>
                </c:pt>
                <c:pt idx="412">
                  <c:v>7987</c:v>
                </c:pt>
                <c:pt idx="413">
                  <c:v>3054</c:v>
                </c:pt>
                <c:pt idx="414">
                  <c:v>4342</c:v>
                </c:pt>
                <c:pt idx="415">
                  <c:v>9385</c:v>
                </c:pt>
                <c:pt idx="416">
                  <c:v>10769</c:v>
                </c:pt>
                <c:pt idx="417">
                  <c:v>4202</c:v>
                </c:pt>
                <c:pt idx="418">
                  <c:v>4345</c:v>
                </c:pt>
                <c:pt idx="419">
                  <c:v>4529</c:v>
                </c:pt>
                <c:pt idx="420">
                  <c:v>4151</c:v>
                </c:pt>
                <c:pt idx="421">
                  <c:v>3953</c:v>
                </c:pt>
                <c:pt idx="422">
                  <c:v>3831</c:v>
                </c:pt>
                <c:pt idx="423">
                  <c:v>4097</c:v>
                </c:pt>
                <c:pt idx="424">
                  <c:v>10204</c:v>
                </c:pt>
                <c:pt idx="425">
                  <c:v>3744</c:v>
                </c:pt>
                <c:pt idx="426">
                  <c:v>7474</c:v>
                </c:pt>
                <c:pt idx="427">
                  <c:v>7190</c:v>
                </c:pt>
                <c:pt idx="428">
                  <c:v>7423</c:v>
                </c:pt>
                <c:pt idx="429">
                  <c:v>6924</c:v>
                </c:pt>
                <c:pt idx="430">
                  <c:v>4592</c:v>
                </c:pt>
                <c:pt idx="431">
                  <c:v>9260</c:v>
                </c:pt>
                <c:pt idx="432">
                  <c:v>3179</c:v>
                </c:pt>
                <c:pt idx="433">
                  <c:v>5749</c:v>
                </c:pt>
                <c:pt idx="434">
                  <c:v>9266</c:v>
                </c:pt>
                <c:pt idx="435">
                  <c:v>3509</c:v>
                </c:pt>
                <c:pt idx="436">
                  <c:v>8811</c:v>
                </c:pt>
                <c:pt idx="437">
                  <c:v>4803</c:v>
                </c:pt>
                <c:pt idx="438">
                  <c:v>11148</c:v>
                </c:pt>
                <c:pt idx="439">
                  <c:v>3160</c:v>
                </c:pt>
                <c:pt idx="440">
                  <c:v>5731</c:v>
                </c:pt>
                <c:pt idx="441">
                  <c:v>8567</c:v>
                </c:pt>
                <c:pt idx="442">
                  <c:v>5042</c:v>
                </c:pt>
                <c:pt idx="443">
                  <c:v>4532</c:v>
                </c:pt>
                <c:pt idx="444">
                  <c:v>9038</c:v>
                </c:pt>
                <c:pt idx="445">
                  <c:v>3504</c:v>
                </c:pt>
                <c:pt idx="446">
                  <c:v>3154</c:v>
                </c:pt>
                <c:pt idx="447">
                  <c:v>5124</c:v>
                </c:pt>
                <c:pt idx="448">
                  <c:v>3606</c:v>
                </c:pt>
                <c:pt idx="449">
                  <c:v>9301</c:v>
                </c:pt>
                <c:pt idx="450">
                  <c:v>4294</c:v>
                </c:pt>
                <c:pt idx="451">
                  <c:v>4398</c:v>
                </c:pt>
                <c:pt idx="452">
                  <c:v>7056</c:v>
                </c:pt>
                <c:pt idx="453">
                  <c:v>3534</c:v>
                </c:pt>
                <c:pt idx="454">
                  <c:v>4678</c:v>
                </c:pt>
                <c:pt idx="455">
                  <c:v>2642</c:v>
                </c:pt>
                <c:pt idx="456">
                  <c:v>7494</c:v>
                </c:pt>
                <c:pt idx="457">
                  <c:v>10045</c:v>
                </c:pt>
                <c:pt idx="458">
                  <c:v>4601</c:v>
                </c:pt>
                <c:pt idx="459">
                  <c:v>7738</c:v>
                </c:pt>
                <c:pt idx="460">
                  <c:v>10737</c:v>
                </c:pt>
                <c:pt idx="461">
                  <c:v>4413</c:v>
                </c:pt>
                <c:pt idx="462">
                  <c:v>8196</c:v>
                </c:pt>
                <c:pt idx="463">
                  <c:v>7750</c:v>
                </c:pt>
                <c:pt idx="464">
                  <c:v>3713</c:v>
                </c:pt>
                <c:pt idx="465">
                  <c:v>6051</c:v>
                </c:pt>
                <c:pt idx="466">
                  <c:v>8863</c:v>
                </c:pt>
                <c:pt idx="467">
                  <c:v>2958</c:v>
                </c:pt>
                <c:pt idx="468">
                  <c:v>9422</c:v>
                </c:pt>
                <c:pt idx="469">
                  <c:v>4382</c:v>
                </c:pt>
                <c:pt idx="470">
                  <c:v>6212</c:v>
                </c:pt>
                <c:pt idx="471">
                  <c:v>5505</c:v>
                </c:pt>
                <c:pt idx="472">
                  <c:v>3697</c:v>
                </c:pt>
                <c:pt idx="473">
                  <c:v>9490</c:v>
                </c:pt>
                <c:pt idx="474">
                  <c:v>6585</c:v>
                </c:pt>
                <c:pt idx="475">
                  <c:v>4581</c:v>
                </c:pt>
                <c:pt idx="476">
                  <c:v>2683</c:v>
                </c:pt>
                <c:pt idx="477">
                  <c:v>3324</c:v>
                </c:pt>
                <c:pt idx="478">
                  <c:v>4404</c:v>
                </c:pt>
                <c:pt idx="479">
                  <c:v>1923</c:v>
                </c:pt>
                <c:pt idx="480">
                  <c:v>2701</c:v>
                </c:pt>
                <c:pt idx="481">
                  <c:v>2773</c:v>
                </c:pt>
                <c:pt idx="482">
                  <c:v>8249</c:v>
                </c:pt>
                <c:pt idx="483">
                  <c:v>3502</c:v>
                </c:pt>
                <c:pt idx="484">
                  <c:v>6781</c:v>
                </c:pt>
                <c:pt idx="485">
                  <c:v>2127</c:v>
                </c:pt>
                <c:pt idx="486">
                  <c:v>1898</c:v>
                </c:pt>
                <c:pt idx="487">
                  <c:v>2815</c:v>
                </c:pt>
                <c:pt idx="488">
                  <c:v>3758</c:v>
                </c:pt>
                <c:pt idx="489">
                  <c:v>4537</c:v>
                </c:pt>
                <c:pt idx="490">
                  <c:v>1894</c:v>
                </c:pt>
                <c:pt idx="491">
                  <c:v>2232</c:v>
                </c:pt>
                <c:pt idx="492">
                  <c:v>2468</c:v>
                </c:pt>
                <c:pt idx="493">
                  <c:v>1661</c:v>
                </c:pt>
                <c:pt idx="494">
                  <c:v>2591</c:v>
                </c:pt>
                <c:pt idx="495">
                  <c:v>4611</c:v>
                </c:pt>
                <c:pt idx="496">
                  <c:v>3293</c:v>
                </c:pt>
                <c:pt idx="497">
                  <c:v>3949</c:v>
                </c:pt>
                <c:pt idx="498">
                  <c:v>2435</c:v>
                </c:pt>
                <c:pt idx="499">
                  <c:v>2809</c:v>
                </c:pt>
                <c:pt idx="500">
                  <c:v>6730</c:v>
                </c:pt>
                <c:pt idx="501">
                  <c:v>2651</c:v>
                </c:pt>
                <c:pt idx="502">
                  <c:v>4038</c:v>
                </c:pt>
                <c:pt idx="503">
                  <c:v>4891</c:v>
                </c:pt>
                <c:pt idx="504">
                  <c:v>3548</c:v>
                </c:pt>
                <c:pt idx="505">
                  <c:v>2360</c:v>
                </c:pt>
                <c:pt idx="506">
                  <c:v>5581</c:v>
                </c:pt>
                <c:pt idx="507">
                  <c:v>1746</c:v>
                </c:pt>
                <c:pt idx="508">
                  <c:v>6872</c:v>
                </c:pt>
                <c:pt idx="509">
                  <c:v>2213</c:v>
                </c:pt>
                <c:pt idx="510">
                  <c:v>3177</c:v>
                </c:pt>
                <c:pt idx="511">
                  <c:v>7459</c:v>
                </c:pt>
                <c:pt idx="512">
                  <c:v>7316</c:v>
                </c:pt>
                <c:pt idx="513">
                  <c:v>5042</c:v>
                </c:pt>
                <c:pt idx="514">
                  <c:v>3347</c:v>
                </c:pt>
                <c:pt idx="515">
                  <c:v>5211</c:v>
                </c:pt>
                <c:pt idx="516">
                  <c:v>3231</c:v>
                </c:pt>
                <c:pt idx="517">
                  <c:v>3036</c:v>
                </c:pt>
                <c:pt idx="518">
                  <c:v>5822</c:v>
                </c:pt>
                <c:pt idx="519">
                  <c:v>3640</c:v>
                </c:pt>
                <c:pt idx="520">
                  <c:v>3218</c:v>
                </c:pt>
                <c:pt idx="521">
                  <c:v>4715</c:v>
                </c:pt>
                <c:pt idx="522">
                  <c:v>7731</c:v>
                </c:pt>
                <c:pt idx="523">
                  <c:v>3190</c:v>
                </c:pt>
                <c:pt idx="524">
                  <c:v>6227</c:v>
                </c:pt>
                <c:pt idx="525">
                  <c:v>3610</c:v>
                </c:pt>
                <c:pt idx="526">
                  <c:v>3554</c:v>
                </c:pt>
                <c:pt idx="527">
                  <c:v>5014</c:v>
                </c:pt>
                <c:pt idx="528">
                  <c:v>6282</c:v>
                </c:pt>
                <c:pt idx="529">
                  <c:v>3814</c:v>
                </c:pt>
                <c:pt idx="530">
                  <c:v>2446</c:v>
                </c:pt>
                <c:pt idx="531">
                  <c:v>5259</c:v>
                </c:pt>
                <c:pt idx="532">
                  <c:v>1361</c:v>
                </c:pt>
                <c:pt idx="533">
                  <c:v>1466</c:v>
                </c:pt>
                <c:pt idx="534">
                  <c:v>2297</c:v>
                </c:pt>
                <c:pt idx="535">
                  <c:v>1291</c:v>
                </c:pt>
                <c:pt idx="536">
                  <c:v>3984</c:v>
                </c:pt>
                <c:pt idx="537">
                  <c:v>1497</c:v>
                </c:pt>
                <c:pt idx="538">
                  <c:v>2017</c:v>
                </c:pt>
                <c:pt idx="539">
                  <c:v>1665</c:v>
                </c:pt>
                <c:pt idx="540">
                  <c:v>2309</c:v>
                </c:pt>
                <c:pt idx="541">
                  <c:v>1314</c:v>
                </c:pt>
                <c:pt idx="542">
                  <c:v>4802</c:v>
                </c:pt>
                <c:pt idx="543">
                  <c:v>4268</c:v>
                </c:pt>
                <c:pt idx="544">
                  <c:v>3722</c:v>
                </c:pt>
                <c:pt idx="545">
                  <c:v>1968</c:v>
                </c:pt>
                <c:pt idx="546">
                  <c:v>3713</c:v>
                </c:pt>
                <c:pt idx="547">
                  <c:v>3674</c:v>
                </c:pt>
                <c:pt idx="548">
                  <c:v>7102</c:v>
                </c:pt>
                <c:pt idx="549">
                  <c:v>8156</c:v>
                </c:pt>
                <c:pt idx="550">
                  <c:v>3608</c:v>
                </c:pt>
                <c:pt idx="551">
                  <c:v>5406</c:v>
                </c:pt>
                <c:pt idx="552">
                  <c:v>4171</c:v>
                </c:pt>
                <c:pt idx="553">
                  <c:v>3677</c:v>
                </c:pt>
                <c:pt idx="554">
                  <c:v>3827</c:v>
                </c:pt>
                <c:pt idx="555">
                  <c:v>6077</c:v>
                </c:pt>
                <c:pt idx="556">
                  <c:v>5706</c:v>
                </c:pt>
                <c:pt idx="557">
                  <c:v>7770</c:v>
                </c:pt>
                <c:pt idx="558">
                  <c:v>5846</c:v>
                </c:pt>
                <c:pt idx="559">
                  <c:v>4270</c:v>
                </c:pt>
                <c:pt idx="560">
                  <c:v>8863</c:v>
                </c:pt>
                <c:pt idx="561">
                  <c:v>4299</c:v>
                </c:pt>
                <c:pt idx="562">
                  <c:v>12181</c:v>
                </c:pt>
                <c:pt idx="563">
                  <c:v>6611</c:v>
                </c:pt>
                <c:pt idx="564">
                  <c:v>11688</c:v>
                </c:pt>
                <c:pt idx="565">
                  <c:v>9505</c:v>
                </c:pt>
                <c:pt idx="566">
                  <c:v>6221</c:v>
                </c:pt>
                <c:pt idx="567">
                  <c:v>6639</c:v>
                </c:pt>
                <c:pt idx="568">
                  <c:v>14475</c:v>
                </c:pt>
                <c:pt idx="569">
                  <c:v>4836</c:v>
                </c:pt>
                <c:pt idx="570">
                  <c:v>10964</c:v>
                </c:pt>
                <c:pt idx="571">
                  <c:v>4410</c:v>
                </c:pt>
                <c:pt idx="572">
                  <c:v>11237</c:v>
                </c:pt>
                <c:pt idx="573">
                  <c:v>6803</c:v>
                </c:pt>
                <c:pt idx="574">
                  <c:v>6843</c:v>
                </c:pt>
                <c:pt idx="575">
                  <c:v>4695</c:v>
                </c:pt>
                <c:pt idx="576">
                  <c:v>11096</c:v>
                </c:pt>
                <c:pt idx="577">
                  <c:v>9386</c:v>
                </c:pt>
                <c:pt idx="578">
                  <c:v>2530</c:v>
                </c:pt>
                <c:pt idx="579">
                  <c:v>5205</c:v>
                </c:pt>
                <c:pt idx="580">
                  <c:v>5770</c:v>
                </c:pt>
                <c:pt idx="581">
                  <c:v>9421</c:v>
                </c:pt>
                <c:pt idx="582">
                  <c:v>6795</c:v>
                </c:pt>
                <c:pt idx="583">
                  <c:v>5283</c:v>
                </c:pt>
                <c:pt idx="584">
                  <c:v>10084</c:v>
                </c:pt>
                <c:pt idx="585">
                  <c:v>6453</c:v>
                </c:pt>
                <c:pt idx="586">
                  <c:v>7775</c:v>
                </c:pt>
                <c:pt idx="587">
                  <c:v>5118</c:v>
                </c:pt>
                <c:pt idx="588">
                  <c:v>8526</c:v>
                </c:pt>
                <c:pt idx="589">
                  <c:v>5937</c:v>
                </c:pt>
                <c:pt idx="590">
                  <c:v>9296</c:v>
                </c:pt>
                <c:pt idx="591">
                  <c:v>4758</c:v>
                </c:pt>
                <c:pt idx="592">
                  <c:v>3952</c:v>
                </c:pt>
                <c:pt idx="593">
                  <c:v>8086</c:v>
                </c:pt>
                <c:pt idx="594">
                  <c:v>5257</c:v>
                </c:pt>
                <c:pt idx="595">
                  <c:v>2016</c:v>
                </c:pt>
                <c:pt idx="596">
                  <c:v>7148</c:v>
                </c:pt>
                <c:pt idx="597">
                  <c:v>12507</c:v>
                </c:pt>
                <c:pt idx="598">
                  <c:v>9255</c:v>
                </c:pt>
                <c:pt idx="599">
                  <c:v>3591</c:v>
                </c:pt>
                <c:pt idx="600">
                  <c:v>10329</c:v>
                </c:pt>
                <c:pt idx="601">
                  <c:v>4385</c:v>
                </c:pt>
                <c:pt idx="602">
                  <c:v>7009</c:v>
                </c:pt>
                <c:pt idx="603">
                  <c:v>5959</c:v>
                </c:pt>
                <c:pt idx="604">
                  <c:v>5627</c:v>
                </c:pt>
                <c:pt idx="605">
                  <c:v>3312</c:v>
                </c:pt>
                <c:pt idx="606">
                  <c:v>18936</c:v>
                </c:pt>
                <c:pt idx="607">
                  <c:v>4410</c:v>
                </c:pt>
                <c:pt idx="608">
                  <c:v>10600</c:v>
                </c:pt>
                <c:pt idx="609">
                  <c:v>8127</c:v>
                </c:pt>
                <c:pt idx="610">
                  <c:v>5326</c:v>
                </c:pt>
                <c:pt idx="611">
                  <c:v>4489</c:v>
                </c:pt>
                <c:pt idx="612">
                  <c:v>6704</c:v>
                </c:pt>
                <c:pt idx="613">
                  <c:v>7128</c:v>
                </c:pt>
                <c:pt idx="614">
                  <c:v>5253</c:v>
                </c:pt>
                <c:pt idx="615">
                  <c:v>13207</c:v>
                </c:pt>
                <c:pt idx="616">
                  <c:v>2822</c:v>
                </c:pt>
                <c:pt idx="617">
                  <c:v>4914</c:v>
                </c:pt>
                <c:pt idx="618">
                  <c:v>3593</c:v>
                </c:pt>
                <c:pt idx="619">
                  <c:v>7104</c:v>
                </c:pt>
                <c:pt idx="620">
                  <c:v>12217</c:v>
                </c:pt>
                <c:pt idx="621">
                  <c:v>4865</c:v>
                </c:pt>
                <c:pt idx="622">
                  <c:v>8748</c:v>
                </c:pt>
                <c:pt idx="623">
                  <c:v>13503</c:v>
                </c:pt>
                <c:pt idx="624">
                  <c:v>9770</c:v>
                </c:pt>
                <c:pt idx="625">
                  <c:v>13144</c:v>
                </c:pt>
                <c:pt idx="626">
                  <c:v>4601</c:v>
                </c:pt>
                <c:pt idx="627">
                  <c:v>4394</c:v>
                </c:pt>
                <c:pt idx="628">
                  <c:v>8450</c:v>
                </c:pt>
                <c:pt idx="629">
                  <c:v>8364</c:v>
                </c:pt>
                <c:pt idx="630">
                  <c:v>3858</c:v>
                </c:pt>
                <c:pt idx="631">
                  <c:v>4146</c:v>
                </c:pt>
                <c:pt idx="632">
                  <c:v>2405</c:v>
                </c:pt>
                <c:pt idx="633">
                  <c:v>3638</c:v>
                </c:pt>
                <c:pt idx="634">
                  <c:v>1866</c:v>
                </c:pt>
                <c:pt idx="635">
                  <c:v>1690</c:v>
                </c:pt>
                <c:pt idx="636">
                  <c:v>1035</c:v>
                </c:pt>
                <c:pt idx="637">
                  <c:v>922</c:v>
                </c:pt>
                <c:pt idx="638">
                  <c:v>4157</c:v>
                </c:pt>
                <c:pt idx="639">
                  <c:v>1171</c:v>
                </c:pt>
                <c:pt idx="640">
                  <c:v>2247</c:v>
                </c:pt>
                <c:pt idx="641">
                  <c:v>2677</c:v>
                </c:pt>
                <c:pt idx="642">
                  <c:v>4270</c:v>
                </c:pt>
                <c:pt idx="643">
                  <c:v>3068</c:v>
                </c:pt>
                <c:pt idx="644">
                  <c:v>2006</c:v>
                </c:pt>
                <c:pt idx="645">
                  <c:v>8268</c:v>
                </c:pt>
                <c:pt idx="646">
                  <c:v>4935</c:v>
                </c:pt>
                <c:pt idx="647">
                  <c:v>9654</c:v>
                </c:pt>
                <c:pt idx="648">
                  <c:v>5288</c:v>
                </c:pt>
                <c:pt idx="649">
                  <c:v>4541</c:v>
                </c:pt>
                <c:pt idx="650">
                  <c:v>4719</c:v>
                </c:pt>
                <c:pt idx="651">
                  <c:v>4632</c:v>
                </c:pt>
                <c:pt idx="652">
                  <c:v>1577</c:v>
                </c:pt>
                <c:pt idx="653">
                  <c:v>7141</c:v>
                </c:pt>
                <c:pt idx="654">
                  <c:v>7259</c:v>
                </c:pt>
                <c:pt idx="655">
                  <c:v>7341</c:v>
                </c:pt>
                <c:pt idx="656">
                  <c:v>4451</c:v>
                </c:pt>
                <c:pt idx="657">
                  <c:v>604</c:v>
                </c:pt>
                <c:pt idx="658">
                  <c:v>643</c:v>
                </c:pt>
                <c:pt idx="659">
                  <c:v>5609</c:v>
                </c:pt>
                <c:pt idx="660">
                  <c:v>1563</c:v>
                </c:pt>
                <c:pt idx="661">
                  <c:v>1734</c:v>
                </c:pt>
                <c:pt idx="662">
                  <c:v>3865</c:v>
                </c:pt>
                <c:pt idx="663">
                  <c:v>4308</c:v>
                </c:pt>
                <c:pt idx="664">
                  <c:v>5717</c:v>
                </c:pt>
                <c:pt idx="665">
                  <c:v>3364</c:v>
                </c:pt>
                <c:pt idx="666">
                  <c:v>3259</c:v>
                </c:pt>
                <c:pt idx="667">
                  <c:v>9464</c:v>
                </c:pt>
                <c:pt idx="668">
                  <c:v>4624</c:v>
                </c:pt>
                <c:pt idx="669">
                  <c:v>6371</c:v>
                </c:pt>
                <c:pt idx="670">
                  <c:v>4705</c:v>
                </c:pt>
                <c:pt idx="671">
                  <c:v>5607</c:v>
                </c:pt>
                <c:pt idx="672">
                  <c:v>2712</c:v>
                </c:pt>
                <c:pt idx="673">
                  <c:v>3439</c:v>
                </c:pt>
                <c:pt idx="674">
                  <c:v>7023</c:v>
                </c:pt>
                <c:pt idx="675">
                  <c:v>9986</c:v>
                </c:pt>
                <c:pt idx="676">
                  <c:v>4936</c:v>
                </c:pt>
                <c:pt idx="677">
                  <c:v>2905</c:v>
                </c:pt>
                <c:pt idx="678">
                  <c:v>1812</c:v>
                </c:pt>
                <c:pt idx="679">
                  <c:v>6721</c:v>
                </c:pt>
                <c:pt idx="680">
                  <c:v>12937</c:v>
                </c:pt>
                <c:pt idx="681">
                  <c:v>5150</c:v>
                </c:pt>
                <c:pt idx="682">
                  <c:v>8892</c:v>
                </c:pt>
                <c:pt idx="683">
                  <c:v>1474</c:v>
                </c:pt>
                <c:pt idx="684">
                  <c:v>8283</c:v>
                </c:pt>
                <c:pt idx="685">
                  <c:v>1922</c:v>
                </c:pt>
                <c:pt idx="686">
                  <c:v>5179</c:v>
                </c:pt>
                <c:pt idx="687">
                  <c:v>1381</c:v>
                </c:pt>
                <c:pt idx="688">
                  <c:v>5014</c:v>
                </c:pt>
                <c:pt idx="689">
                  <c:v>2007</c:v>
                </c:pt>
                <c:pt idx="690">
                  <c:v>2242</c:v>
                </c:pt>
                <c:pt idx="691">
                  <c:v>1423</c:v>
                </c:pt>
                <c:pt idx="692">
                  <c:v>2109</c:v>
                </c:pt>
                <c:pt idx="693">
                  <c:v>1948</c:v>
                </c:pt>
                <c:pt idx="694">
                  <c:v>6191</c:v>
                </c:pt>
                <c:pt idx="695">
                  <c:v>1961</c:v>
                </c:pt>
                <c:pt idx="696">
                  <c:v>3740</c:v>
                </c:pt>
                <c:pt idx="697">
                  <c:v>3665</c:v>
                </c:pt>
                <c:pt idx="698">
                  <c:v>1142</c:v>
                </c:pt>
                <c:pt idx="699">
                  <c:v>3572</c:v>
                </c:pt>
                <c:pt idx="700">
                  <c:v>1078</c:v>
                </c:pt>
                <c:pt idx="701">
                  <c:v>3070</c:v>
                </c:pt>
                <c:pt idx="702">
                  <c:v>1810</c:v>
                </c:pt>
                <c:pt idx="703">
                  <c:v>1467</c:v>
                </c:pt>
                <c:pt idx="704">
                  <c:v>1944</c:v>
                </c:pt>
                <c:pt idx="705">
                  <c:v>1849</c:v>
                </c:pt>
                <c:pt idx="706">
                  <c:v>1528</c:v>
                </c:pt>
                <c:pt idx="707">
                  <c:v>4453</c:v>
                </c:pt>
                <c:pt idx="708">
                  <c:v>3388</c:v>
                </c:pt>
                <c:pt idx="709">
                  <c:v>3322</c:v>
                </c:pt>
                <c:pt idx="710">
                  <c:v>3088</c:v>
                </c:pt>
                <c:pt idx="711">
                  <c:v>1846</c:v>
                </c:pt>
                <c:pt idx="712">
                  <c:v>1755</c:v>
                </c:pt>
                <c:pt idx="713">
                  <c:v>2258</c:v>
                </c:pt>
                <c:pt idx="714">
                  <c:v>773</c:v>
                </c:pt>
                <c:pt idx="715">
                  <c:v>1469</c:v>
                </c:pt>
                <c:pt idx="716">
                  <c:v>1766</c:v>
                </c:pt>
                <c:pt idx="717">
                  <c:v>3452</c:v>
                </c:pt>
                <c:pt idx="718">
                  <c:v>3889</c:v>
                </c:pt>
                <c:pt idx="719">
                  <c:v>2074</c:v>
                </c:pt>
                <c:pt idx="720">
                  <c:v>1787</c:v>
                </c:pt>
                <c:pt idx="721">
                  <c:v>1467</c:v>
                </c:pt>
                <c:pt idx="722">
                  <c:v>760</c:v>
                </c:pt>
                <c:pt idx="723">
                  <c:v>2194</c:v>
                </c:pt>
                <c:pt idx="724">
                  <c:v>1982</c:v>
                </c:pt>
                <c:pt idx="725">
                  <c:v>829</c:v>
                </c:pt>
                <c:pt idx="726">
                  <c:v>2050</c:v>
                </c:pt>
                <c:pt idx="727">
                  <c:v>1307</c:v>
                </c:pt>
                <c:pt idx="728">
                  <c:v>1300</c:v>
                </c:pt>
                <c:pt idx="729">
                  <c:v>1329</c:v>
                </c:pt>
                <c:pt idx="730">
                  <c:v>1232</c:v>
                </c:pt>
                <c:pt idx="731">
                  <c:v>1610</c:v>
                </c:pt>
                <c:pt idx="732">
                  <c:v>3345</c:v>
                </c:pt>
                <c:pt idx="733">
                  <c:v>2155</c:v>
                </c:pt>
                <c:pt idx="734">
                  <c:v>1882</c:v>
                </c:pt>
                <c:pt idx="735">
                  <c:v>1847</c:v>
                </c:pt>
                <c:pt idx="736">
                  <c:v>2519</c:v>
                </c:pt>
                <c:pt idx="737">
                  <c:v>1797</c:v>
                </c:pt>
                <c:pt idx="738">
                  <c:v>1067</c:v>
                </c:pt>
                <c:pt idx="739">
                  <c:v>1419</c:v>
                </c:pt>
                <c:pt idx="740">
                  <c:v>1124</c:v>
                </c:pt>
                <c:pt idx="741">
                  <c:v>1357</c:v>
                </c:pt>
                <c:pt idx="742">
                  <c:v>1465</c:v>
                </c:pt>
                <c:pt idx="743">
                  <c:v>2829</c:v>
                </c:pt>
                <c:pt idx="744">
                  <c:v>3211</c:v>
                </c:pt>
                <c:pt idx="745">
                  <c:v>1182</c:v>
                </c:pt>
                <c:pt idx="746">
                  <c:v>1512</c:v>
                </c:pt>
                <c:pt idx="747">
                  <c:v>1517</c:v>
                </c:pt>
                <c:pt idx="748">
                  <c:v>1018</c:v>
                </c:pt>
                <c:pt idx="749">
                  <c:v>3195</c:v>
                </c:pt>
                <c:pt idx="750">
                  <c:v>3037</c:v>
                </c:pt>
                <c:pt idx="751">
                  <c:v>1456</c:v>
                </c:pt>
                <c:pt idx="752">
                  <c:v>1399</c:v>
                </c:pt>
                <c:pt idx="753">
                  <c:v>2810</c:v>
                </c:pt>
                <c:pt idx="754">
                  <c:v>1070</c:v>
                </c:pt>
                <c:pt idx="755">
                  <c:v>1622</c:v>
                </c:pt>
                <c:pt idx="756">
                  <c:v>1361</c:v>
                </c:pt>
                <c:pt idx="757">
                  <c:v>4095</c:v>
                </c:pt>
                <c:pt idx="758">
                  <c:v>2162</c:v>
                </c:pt>
                <c:pt idx="759">
                  <c:v>3595</c:v>
                </c:pt>
                <c:pt idx="760">
                  <c:v>4103</c:v>
                </c:pt>
                <c:pt idx="761">
                  <c:v>1466</c:v>
                </c:pt>
                <c:pt idx="762">
                  <c:v>6588</c:v>
                </c:pt>
                <c:pt idx="763">
                  <c:v>2114</c:v>
                </c:pt>
                <c:pt idx="764">
                  <c:v>3765</c:v>
                </c:pt>
                <c:pt idx="765">
                  <c:v>2048</c:v>
                </c:pt>
                <c:pt idx="766">
                  <c:v>1784</c:v>
                </c:pt>
                <c:pt idx="767">
                  <c:v>1368</c:v>
                </c:pt>
                <c:pt idx="768">
                  <c:v>755</c:v>
                </c:pt>
                <c:pt idx="769">
                  <c:v>2338</c:v>
                </c:pt>
                <c:pt idx="770">
                  <c:v>1039</c:v>
                </c:pt>
                <c:pt idx="771">
                  <c:v>1733</c:v>
                </c:pt>
                <c:pt idx="772">
                  <c:v>1155</c:v>
                </c:pt>
                <c:pt idx="773">
                  <c:v>1211</c:v>
                </c:pt>
                <c:pt idx="774">
                  <c:v>2150</c:v>
                </c:pt>
                <c:pt idx="775">
                  <c:v>3657</c:v>
                </c:pt>
                <c:pt idx="776">
                  <c:v>1291</c:v>
                </c:pt>
                <c:pt idx="777">
                  <c:v>2482</c:v>
                </c:pt>
                <c:pt idx="778">
                  <c:v>1010</c:v>
                </c:pt>
                <c:pt idx="779">
                  <c:v>1917</c:v>
                </c:pt>
                <c:pt idx="780">
                  <c:v>1235</c:v>
                </c:pt>
                <c:pt idx="781">
                  <c:v>940</c:v>
                </c:pt>
                <c:pt idx="782">
                  <c:v>508</c:v>
                </c:pt>
                <c:pt idx="783">
                  <c:v>3758</c:v>
                </c:pt>
                <c:pt idx="784">
                  <c:v>2108</c:v>
                </c:pt>
                <c:pt idx="785">
                  <c:v>1241</c:v>
                </c:pt>
                <c:pt idx="786">
                  <c:v>5652</c:v>
                </c:pt>
                <c:pt idx="787">
                  <c:v>1861</c:v>
                </c:pt>
                <c:pt idx="788">
                  <c:v>2222</c:v>
                </c:pt>
                <c:pt idx="789">
                  <c:v>2170</c:v>
                </c:pt>
                <c:pt idx="790">
                  <c:v>4348</c:v>
                </c:pt>
                <c:pt idx="791">
                  <c:v>7778</c:v>
                </c:pt>
                <c:pt idx="792">
                  <c:v>1914</c:v>
                </c:pt>
                <c:pt idx="793">
                  <c:v>5014</c:v>
                </c:pt>
                <c:pt idx="794">
                  <c:v>6534</c:v>
                </c:pt>
                <c:pt idx="795">
                  <c:v>3256</c:v>
                </c:pt>
                <c:pt idx="796">
                  <c:v>2401</c:v>
                </c:pt>
                <c:pt idx="797">
                  <c:v>1692</c:v>
                </c:pt>
                <c:pt idx="798">
                  <c:v>2594</c:v>
                </c:pt>
                <c:pt idx="799">
                  <c:v>2065</c:v>
                </c:pt>
                <c:pt idx="800">
                  <c:v>1644</c:v>
                </c:pt>
                <c:pt idx="801">
                  <c:v>9540</c:v>
                </c:pt>
                <c:pt idx="802">
                  <c:v>1715</c:v>
                </c:pt>
                <c:pt idx="803">
                  <c:v>2252</c:v>
                </c:pt>
                <c:pt idx="804">
                  <c:v>4652</c:v>
                </c:pt>
                <c:pt idx="805">
                  <c:v>3648</c:v>
                </c:pt>
                <c:pt idx="806">
                  <c:v>3274</c:v>
                </c:pt>
                <c:pt idx="807">
                  <c:v>2013</c:v>
                </c:pt>
                <c:pt idx="808">
                  <c:v>2207</c:v>
                </c:pt>
                <c:pt idx="809">
                  <c:v>2357</c:v>
                </c:pt>
                <c:pt idx="810">
                  <c:v>3234</c:v>
                </c:pt>
                <c:pt idx="811">
                  <c:v>2417</c:v>
                </c:pt>
                <c:pt idx="812">
                  <c:v>2198</c:v>
                </c:pt>
                <c:pt idx="813">
                  <c:v>1169</c:v>
                </c:pt>
                <c:pt idx="814">
                  <c:v>2848</c:v>
                </c:pt>
                <c:pt idx="815">
                  <c:v>1808</c:v>
                </c:pt>
                <c:pt idx="816">
                  <c:v>1499</c:v>
                </c:pt>
                <c:pt idx="817">
                  <c:v>1937</c:v>
                </c:pt>
                <c:pt idx="818">
                  <c:v>2005</c:v>
                </c:pt>
                <c:pt idx="819">
                  <c:v>1050</c:v>
                </c:pt>
                <c:pt idx="820">
                  <c:v>2053</c:v>
                </c:pt>
                <c:pt idx="821">
                  <c:v>2949</c:v>
                </c:pt>
                <c:pt idx="822">
                  <c:v>1182</c:v>
                </c:pt>
                <c:pt idx="823">
                  <c:v>1959</c:v>
                </c:pt>
                <c:pt idx="824">
                  <c:v>1868</c:v>
                </c:pt>
                <c:pt idx="825">
                  <c:v>1976</c:v>
                </c:pt>
                <c:pt idx="826">
                  <c:v>2573</c:v>
                </c:pt>
                <c:pt idx="827">
                  <c:v>2853</c:v>
                </c:pt>
                <c:pt idx="828">
                  <c:v>1897</c:v>
                </c:pt>
                <c:pt idx="829">
                  <c:v>1921</c:v>
                </c:pt>
                <c:pt idx="830">
                  <c:v>2676</c:v>
                </c:pt>
                <c:pt idx="831">
                  <c:v>1455</c:v>
                </c:pt>
                <c:pt idx="832">
                  <c:v>3757</c:v>
                </c:pt>
                <c:pt idx="833">
                  <c:v>2966</c:v>
                </c:pt>
                <c:pt idx="834">
                  <c:v>3268</c:v>
                </c:pt>
                <c:pt idx="835">
                  <c:v>2858</c:v>
                </c:pt>
                <c:pt idx="836">
                  <c:v>4165</c:v>
                </c:pt>
                <c:pt idx="837">
                  <c:v>1392</c:v>
                </c:pt>
                <c:pt idx="838">
                  <c:v>1386</c:v>
                </c:pt>
                <c:pt idx="839">
                  <c:v>1518</c:v>
                </c:pt>
                <c:pt idx="840">
                  <c:v>1631</c:v>
                </c:pt>
                <c:pt idx="841">
                  <c:v>2378</c:v>
                </c:pt>
                <c:pt idx="842">
                  <c:v>1870</c:v>
                </c:pt>
                <c:pt idx="843">
                  <c:v>2376</c:v>
                </c:pt>
                <c:pt idx="844">
                  <c:v>3855</c:v>
                </c:pt>
                <c:pt idx="845">
                  <c:v>2353</c:v>
                </c:pt>
                <c:pt idx="846">
                  <c:v>1774</c:v>
                </c:pt>
                <c:pt idx="847">
                  <c:v>1166</c:v>
                </c:pt>
                <c:pt idx="848">
                  <c:v>4144</c:v>
                </c:pt>
                <c:pt idx="849">
                  <c:v>2451</c:v>
                </c:pt>
                <c:pt idx="850">
                  <c:v>3344</c:v>
                </c:pt>
                <c:pt idx="851">
                  <c:v>11809</c:v>
                </c:pt>
                <c:pt idx="852">
                  <c:v>1814</c:v>
                </c:pt>
                <c:pt idx="853">
                  <c:v>2479</c:v>
                </c:pt>
                <c:pt idx="854">
                  <c:v>2934</c:v>
                </c:pt>
                <c:pt idx="855">
                  <c:v>2058</c:v>
                </c:pt>
                <c:pt idx="856">
                  <c:v>4862</c:v>
                </c:pt>
                <c:pt idx="857">
                  <c:v>1677</c:v>
                </c:pt>
                <c:pt idx="858">
                  <c:v>2020</c:v>
                </c:pt>
                <c:pt idx="859">
                  <c:v>3008</c:v>
                </c:pt>
                <c:pt idx="860">
                  <c:v>2082</c:v>
                </c:pt>
                <c:pt idx="861">
                  <c:v>3685</c:v>
                </c:pt>
                <c:pt idx="862">
                  <c:v>1626</c:v>
                </c:pt>
                <c:pt idx="863">
                  <c:v>2019</c:v>
                </c:pt>
                <c:pt idx="864">
                  <c:v>1525</c:v>
                </c:pt>
                <c:pt idx="865">
                  <c:v>3657</c:v>
                </c:pt>
                <c:pt idx="866">
                  <c:v>2770</c:v>
                </c:pt>
                <c:pt idx="867">
                  <c:v>2230</c:v>
                </c:pt>
                <c:pt idx="868">
                  <c:v>3629</c:v>
                </c:pt>
                <c:pt idx="869">
                  <c:v>2189</c:v>
                </c:pt>
                <c:pt idx="870">
                  <c:v>1570</c:v>
                </c:pt>
                <c:pt idx="871">
                  <c:v>3072</c:v>
                </c:pt>
                <c:pt idx="872">
                  <c:v>2947</c:v>
                </c:pt>
                <c:pt idx="873">
                  <c:v>1815</c:v>
                </c:pt>
                <c:pt idx="874">
                  <c:v>1690</c:v>
                </c:pt>
                <c:pt idx="875">
                  <c:v>3237</c:v>
                </c:pt>
                <c:pt idx="876">
                  <c:v>1616</c:v>
                </c:pt>
                <c:pt idx="877">
                  <c:v>1628</c:v>
                </c:pt>
                <c:pt idx="878">
                  <c:v>1934</c:v>
                </c:pt>
                <c:pt idx="879">
                  <c:v>1446</c:v>
                </c:pt>
                <c:pt idx="880">
                  <c:v>1122</c:v>
                </c:pt>
                <c:pt idx="881">
                  <c:v>1230</c:v>
                </c:pt>
                <c:pt idx="882">
                  <c:v>979</c:v>
                </c:pt>
                <c:pt idx="883">
                  <c:v>1398</c:v>
                </c:pt>
                <c:pt idx="884">
                  <c:v>1198</c:v>
                </c:pt>
                <c:pt idx="885">
                  <c:v>2485</c:v>
                </c:pt>
                <c:pt idx="886">
                  <c:v>968</c:v>
                </c:pt>
                <c:pt idx="887">
                  <c:v>3172</c:v>
                </c:pt>
                <c:pt idx="888">
                  <c:v>1573</c:v>
                </c:pt>
                <c:pt idx="889">
                  <c:v>641</c:v>
                </c:pt>
                <c:pt idx="890">
                  <c:v>1365</c:v>
                </c:pt>
                <c:pt idx="891">
                  <c:v>1497</c:v>
                </c:pt>
                <c:pt idx="892">
                  <c:v>1866</c:v>
                </c:pt>
                <c:pt idx="893">
                  <c:v>2395</c:v>
                </c:pt>
                <c:pt idx="894">
                  <c:v>1658</c:v>
                </c:pt>
                <c:pt idx="895">
                  <c:v>1301</c:v>
                </c:pt>
                <c:pt idx="896">
                  <c:v>892</c:v>
                </c:pt>
                <c:pt idx="897">
                  <c:v>3841</c:v>
                </c:pt>
                <c:pt idx="898">
                  <c:v>2940</c:v>
                </c:pt>
                <c:pt idx="899">
                  <c:v>1525</c:v>
                </c:pt>
                <c:pt idx="900">
                  <c:v>913</c:v>
                </c:pt>
                <c:pt idx="901">
                  <c:v>2211</c:v>
                </c:pt>
                <c:pt idx="902">
                  <c:v>1875</c:v>
                </c:pt>
                <c:pt idx="903">
                  <c:v>1825</c:v>
                </c:pt>
                <c:pt idx="904">
                  <c:v>2308</c:v>
                </c:pt>
                <c:pt idx="905">
                  <c:v>1841</c:v>
                </c:pt>
                <c:pt idx="906">
                  <c:v>1642</c:v>
                </c:pt>
                <c:pt idx="907">
                  <c:v>2120</c:v>
                </c:pt>
                <c:pt idx="908">
                  <c:v>1546</c:v>
                </c:pt>
                <c:pt idx="909">
                  <c:v>997</c:v>
                </c:pt>
                <c:pt idx="910">
                  <c:v>2094</c:v>
                </c:pt>
                <c:pt idx="911">
                  <c:v>3542</c:v>
                </c:pt>
                <c:pt idx="912">
                  <c:v>2028</c:v>
                </c:pt>
                <c:pt idx="913">
                  <c:v>2613</c:v>
                </c:pt>
                <c:pt idx="914">
                  <c:v>2046</c:v>
                </c:pt>
                <c:pt idx="915">
                  <c:v>1143</c:v>
                </c:pt>
                <c:pt idx="916">
                  <c:v>3557</c:v>
                </c:pt>
                <c:pt idx="917">
                  <c:v>1694</c:v>
                </c:pt>
                <c:pt idx="918">
                  <c:v>4105</c:v>
                </c:pt>
                <c:pt idx="919">
                  <c:v>4404</c:v>
                </c:pt>
                <c:pt idx="920">
                  <c:v>1353</c:v>
                </c:pt>
                <c:pt idx="921">
                  <c:v>3376</c:v>
                </c:pt>
                <c:pt idx="922">
                  <c:v>1320</c:v>
                </c:pt>
                <c:pt idx="923">
                  <c:v>1897</c:v>
                </c:pt>
                <c:pt idx="924">
                  <c:v>817</c:v>
                </c:pt>
                <c:pt idx="925">
                  <c:v>4027</c:v>
                </c:pt>
                <c:pt idx="926">
                  <c:v>953</c:v>
                </c:pt>
                <c:pt idx="927">
                  <c:v>1078</c:v>
                </c:pt>
                <c:pt idx="928">
                  <c:v>1101</c:v>
                </c:pt>
                <c:pt idx="929">
                  <c:v>1044</c:v>
                </c:pt>
                <c:pt idx="930">
                  <c:v>1855</c:v>
                </c:pt>
                <c:pt idx="931">
                  <c:v>3690</c:v>
                </c:pt>
                <c:pt idx="932">
                  <c:v>930</c:v>
                </c:pt>
                <c:pt idx="933">
                  <c:v>2012</c:v>
                </c:pt>
                <c:pt idx="934">
                  <c:v>1152</c:v>
                </c:pt>
                <c:pt idx="935">
                  <c:v>715</c:v>
                </c:pt>
                <c:pt idx="936">
                  <c:v>1016</c:v>
                </c:pt>
                <c:pt idx="937">
                  <c:v>1579</c:v>
                </c:pt>
                <c:pt idx="938">
                  <c:v>1830</c:v>
                </c:pt>
                <c:pt idx="939">
                  <c:v>937</c:v>
                </c:pt>
                <c:pt idx="940">
                  <c:v>1090</c:v>
                </c:pt>
                <c:pt idx="941">
                  <c:v>1675</c:v>
                </c:pt>
                <c:pt idx="942">
                  <c:v>1454</c:v>
                </c:pt>
                <c:pt idx="943">
                  <c:v>2266</c:v>
                </c:pt>
                <c:pt idx="944">
                  <c:v>1835</c:v>
                </c:pt>
                <c:pt idx="945">
                  <c:v>647</c:v>
                </c:pt>
                <c:pt idx="946">
                  <c:v>2363</c:v>
                </c:pt>
                <c:pt idx="947">
                  <c:v>1227</c:v>
                </c:pt>
                <c:pt idx="948">
                  <c:v>2267</c:v>
                </c:pt>
                <c:pt idx="949">
                  <c:v>2073</c:v>
                </c:pt>
                <c:pt idx="950">
                  <c:v>1434</c:v>
                </c:pt>
                <c:pt idx="951">
                  <c:v>1466</c:v>
                </c:pt>
                <c:pt idx="952">
                  <c:v>790</c:v>
                </c:pt>
                <c:pt idx="953">
                  <c:v>1992</c:v>
                </c:pt>
                <c:pt idx="954">
                  <c:v>897</c:v>
                </c:pt>
                <c:pt idx="955">
                  <c:v>972</c:v>
                </c:pt>
                <c:pt idx="956">
                  <c:v>1304</c:v>
                </c:pt>
                <c:pt idx="957">
                  <c:v>1415</c:v>
                </c:pt>
                <c:pt idx="958">
                  <c:v>1071</c:v>
                </c:pt>
                <c:pt idx="959">
                  <c:v>818</c:v>
                </c:pt>
                <c:pt idx="960">
                  <c:v>733</c:v>
                </c:pt>
                <c:pt idx="961">
                  <c:v>1961</c:v>
                </c:pt>
                <c:pt idx="962">
                  <c:v>1871</c:v>
                </c:pt>
                <c:pt idx="963">
                  <c:v>2302</c:v>
                </c:pt>
                <c:pt idx="964">
                  <c:v>2128</c:v>
                </c:pt>
                <c:pt idx="965">
                  <c:v>1700</c:v>
                </c:pt>
                <c:pt idx="966">
                  <c:v>2223</c:v>
                </c:pt>
                <c:pt idx="967">
                  <c:v>1234</c:v>
                </c:pt>
                <c:pt idx="968">
                  <c:v>1898</c:v>
                </c:pt>
                <c:pt idx="969">
                  <c:v>1035</c:v>
                </c:pt>
                <c:pt idx="970">
                  <c:v>1910</c:v>
                </c:pt>
                <c:pt idx="971">
                  <c:v>1654</c:v>
                </c:pt>
                <c:pt idx="972">
                  <c:v>876</c:v>
                </c:pt>
                <c:pt idx="973">
                  <c:v>836</c:v>
                </c:pt>
                <c:pt idx="974">
                  <c:v>1746</c:v>
                </c:pt>
                <c:pt idx="975">
                  <c:v>1206</c:v>
                </c:pt>
                <c:pt idx="976">
                  <c:v>1644</c:v>
                </c:pt>
                <c:pt idx="977">
                  <c:v>1029</c:v>
                </c:pt>
                <c:pt idx="978">
                  <c:v>1019</c:v>
                </c:pt>
                <c:pt idx="979">
                  <c:v>1224</c:v>
                </c:pt>
                <c:pt idx="980">
                  <c:v>1679</c:v>
                </c:pt>
                <c:pt idx="981">
                  <c:v>1303</c:v>
                </c:pt>
                <c:pt idx="982">
                  <c:v>1611</c:v>
                </c:pt>
                <c:pt idx="983">
                  <c:v>1024</c:v>
                </c:pt>
                <c:pt idx="984">
                  <c:v>1548</c:v>
                </c:pt>
                <c:pt idx="985">
                  <c:v>900</c:v>
                </c:pt>
                <c:pt idx="986">
                  <c:v>883</c:v>
                </c:pt>
                <c:pt idx="987">
                  <c:v>723</c:v>
                </c:pt>
                <c:pt idx="988">
                  <c:v>946</c:v>
                </c:pt>
                <c:pt idx="989">
                  <c:v>832</c:v>
                </c:pt>
                <c:pt idx="990">
                  <c:v>1281</c:v>
                </c:pt>
                <c:pt idx="991">
                  <c:v>2492</c:v>
                </c:pt>
                <c:pt idx="992">
                  <c:v>1122</c:v>
                </c:pt>
                <c:pt idx="993">
                  <c:v>737</c:v>
                </c:pt>
                <c:pt idx="994">
                  <c:v>2375</c:v>
                </c:pt>
                <c:pt idx="995">
                  <c:v>2068</c:v>
                </c:pt>
                <c:pt idx="996">
                  <c:v>1096</c:v>
                </c:pt>
                <c:pt idx="997">
                  <c:v>709</c:v>
                </c:pt>
                <c:pt idx="998">
                  <c:v>880</c:v>
                </c:pt>
              </c:numCache>
            </c:numRef>
          </c:yVal>
          <c:smooth val="0"/>
        </c:ser>
        <c:dLbls>
          <c:showLegendKey val="0"/>
          <c:showVal val="0"/>
          <c:showCatName val="0"/>
          <c:showSerName val="0"/>
          <c:showPercent val="0"/>
          <c:showBubbleSize val="0"/>
        </c:dLbls>
        <c:axId val="-981267456"/>
        <c:axId val="-981262560"/>
      </c:scatterChart>
      <c:valAx>
        <c:axId val="-981267456"/>
        <c:scaling>
          <c:orientation val="minMax"/>
        </c:scaling>
        <c:delete val="0"/>
        <c:axPos val="b"/>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262560"/>
        <c:crosses val="autoZero"/>
        <c:crossBetween val="midCat"/>
      </c:valAx>
      <c:valAx>
        <c:axId val="-9812625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26745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n-US" b="1" dirty="0" smtClean="0"/>
              <a:t>Sales</a:t>
            </a:r>
            <a:r>
              <a:rPr lang="en-US" b="1" baseline="0" dirty="0" smtClean="0"/>
              <a:t> and Gross profit over time</a:t>
            </a:r>
            <a:endParaRPr lang="en-US" b="1" dirty="0"/>
          </a:p>
        </c:rich>
      </c:tx>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Sheet1!$F$1</c:f>
              <c:strCache>
                <c:ptCount val="1"/>
                <c:pt idx="0">
                  <c:v>Sum of sales</c:v>
                </c:pt>
              </c:strCache>
            </c:strRef>
          </c:tx>
          <c:spPr>
            <a:ln w="28575" cap="rnd">
              <a:solidFill>
                <a:schemeClr val="accent1"/>
              </a:solidFill>
              <a:round/>
            </a:ln>
            <a:effectLst/>
          </c:spPr>
          <c:marker>
            <c:symbol val="none"/>
          </c:marker>
          <c:cat>
            <c:numRef>
              <c:f>Sheet1!$E$2:$E$1001</c:f>
              <c:numCache>
                <c:formatCode>m/d/yyyy</c:formatCode>
                <c:ptCount val="1000"/>
                <c:pt idx="0">
                  <c:v>41638</c:v>
                </c:pt>
                <c:pt idx="1">
                  <c:v>41639</c:v>
                </c:pt>
                <c:pt idx="2">
                  <c:v>41640</c:v>
                </c:pt>
                <c:pt idx="3">
                  <c:v>41641</c:v>
                </c:pt>
                <c:pt idx="4">
                  <c:v>41642</c:v>
                </c:pt>
                <c:pt idx="5">
                  <c:v>41643</c:v>
                </c:pt>
                <c:pt idx="6">
                  <c:v>41644</c:v>
                </c:pt>
                <c:pt idx="7">
                  <c:v>41645</c:v>
                </c:pt>
                <c:pt idx="8">
                  <c:v>41646</c:v>
                </c:pt>
                <c:pt idx="9">
                  <c:v>41647</c:v>
                </c:pt>
                <c:pt idx="10">
                  <c:v>41648</c:v>
                </c:pt>
                <c:pt idx="11">
                  <c:v>41649</c:v>
                </c:pt>
                <c:pt idx="12">
                  <c:v>41650</c:v>
                </c:pt>
                <c:pt idx="13">
                  <c:v>41651</c:v>
                </c:pt>
                <c:pt idx="14">
                  <c:v>41652</c:v>
                </c:pt>
                <c:pt idx="15">
                  <c:v>41653</c:v>
                </c:pt>
                <c:pt idx="16">
                  <c:v>41654</c:v>
                </c:pt>
                <c:pt idx="17">
                  <c:v>41655</c:v>
                </c:pt>
                <c:pt idx="18">
                  <c:v>41656</c:v>
                </c:pt>
                <c:pt idx="19">
                  <c:v>41657</c:v>
                </c:pt>
                <c:pt idx="20">
                  <c:v>41658</c:v>
                </c:pt>
                <c:pt idx="21">
                  <c:v>41659</c:v>
                </c:pt>
                <c:pt idx="22">
                  <c:v>41660</c:v>
                </c:pt>
                <c:pt idx="23">
                  <c:v>41661</c:v>
                </c:pt>
                <c:pt idx="24">
                  <c:v>41662</c:v>
                </c:pt>
                <c:pt idx="25">
                  <c:v>41663</c:v>
                </c:pt>
                <c:pt idx="26">
                  <c:v>41664</c:v>
                </c:pt>
                <c:pt idx="27">
                  <c:v>41665</c:v>
                </c:pt>
                <c:pt idx="28">
                  <c:v>41666</c:v>
                </c:pt>
                <c:pt idx="29">
                  <c:v>41667</c:v>
                </c:pt>
                <c:pt idx="30">
                  <c:v>41668</c:v>
                </c:pt>
                <c:pt idx="31">
                  <c:v>41669</c:v>
                </c:pt>
                <c:pt idx="32">
                  <c:v>41670</c:v>
                </c:pt>
                <c:pt idx="33">
                  <c:v>41671</c:v>
                </c:pt>
                <c:pt idx="34">
                  <c:v>41672</c:v>
                </c:pt>
                <c:pt idx="35">
                  <c:v>41673</c:v>
                </c:pt>
                <c:pt idx="36">
                  <c:v>41674</c:v>
                </c:pt>
                <c:pt idx="37">
                  <c:v>41675</c:v>
                </c:pt>
                <c:pt idx="38">
                  <c:v>41676</c:v>
                </c:pt>
                <c:pt idx="39">
                  <c:v>41677</c:v>
                </c:pt>
                <c:pt idx="40">
                  <c:v>41678</c:v>
                </c:pt>
                <c:pt idx="41">
                  <c:v>41679</c:v>
                </c:pt>
                <c:pt idx="42">
                  <c:v>41680</c:v>
                </c:pt>
                <c:pt idx="43">
                  <c:v>41681</c:v>
                </c:pt>
                <c:pt idx="44">
                  <c:v>41682</c:v>
                </c:pt>
                <c:pt idx="45">
                  <c:v>41683</c:v>
                </c:pt>
                <c:pt idx="46">
                  <c:v>41684</c:v>
                </c:pt>
                <c:pt idx="47">
                  <c:v>41685</c:v>
                </c:pt>
                <c:pt idx="48">
                  <c:v>41686</c:v>
                </c:pt>
                <c:pt idx="49">
                  <c:v>41687</c:v>
                </c:pt>
                <c:pt idx="50">
                  <c:v>41688</c:v>
                </c:pt>
                <c:pt idx="51">
                  <c:v>41689</c:v>
                </c:pt>
                <c:pt idx="52">
                  <c:v>41690</c:v>
                </c:pt>
                <c:pt idx="53">
                  <c:v>41691</c:v>
                </c:pt>
                <c:pt idx="54">
                  <c:v>41692</c:v>
                </c:pt>
                <c:pt idx="55">
                  <c:v>41693</c:v>
                </c:pt>
                <c:pt idx="56">
                  <c:v>41694</c:v>
                </c:pt>
                <c:pt idx="57">
                  <c:v>41695</c:v>
                </c:pt>
                <c:pt idx="58">
                  <c:v>41696</c:v>
                </c:pt>
                <c:pt idx="59">
                  <c:v>41697</c:v>
                </c:pt>
                <c:pt idx="60">
                  <c:v>41698</c:v>
                </c:pt>
                <c:pt idx="61">
                  <c:v>41699</c:v>
                </c:pt>
                <c:pt idx="62">
                  <c:v>41700</c:v>
                </c:pt>
                <c:pt idx="63">
                  <c:v>41701</c:v>
                </c:pt>
                <c:pt idx="64">
                  <c:v>41702</c:v>
                </c:pt>
                <c:pt idx="65">
                  <c:v>41703</c:v>
                </c:pt>
                <c:pt idx="66">
                  <c:v>41704</c:v>
                </c:pt>
                <c:pt idx="67">
                  <c:v>41705</c:v>
                </c:pt>
                <c:pt idx="68">
                  <c:v>41706</c:v>
                </c:pt>
                <c:pt idx="69">
                  <c:v>41707</c:v>
                </c:pt>
                <c:pt idx="70">
                  <c:v>41708</c:v>
                </c:pt>
                <c:pt idx="71">
                  <c:v>41709</c:v>
                </c:pt>
                <c:pt idx="72">
                  <c:v>41710</c:v>
                </c:pt>
                <c:pt idx="73">
                  <c:v>41711</c:v>
                </c:pt>
                <c:pt idx="74">
                  <c:v>41712</c:v>
                </c:pt>
                <c:pt idx="75">
                  <c:v>41713</c:v>
                </c:pt>
                <c:pt idx="76">
                  <c:v>41714</c:v>
                </c:pt>
                <c:pt idx="77">
                  <c:v>41715</c:v>
                </c:pt>
                <c:pt idx="78">
                  <c:v>41716</c:v>
                </c:pt>
                <c:pt idx="79">
                  <c:v>41717</c:v>
                </c:pt>
                <c:pt idx="80">
                  <c:v>41718</c:v>
                </c:pt>
                <c:pt idx="81">
                  <c:v>41719</c:v>
                </c:pt>
                <c:pt idx="82">
                  <c:v>41720</c:v>
                </c:pt>
                <c:pt idx="83">
                  <c:v>41721</c:v>
                </c:pt>
                <c:pt idx="84">
                  <c:v>41722</c:v>
                </c:pt>
                <c:pt idx="85">
                  <c:v>41723</c:v>
                </c:pt>
                <c:pt idx="86">
                  <c:v>41724</c:v>
                </c:pt>
                <c:pt idx="87">
                  <c:v>41725</c:v>
                </c:pt>
                <c:pt idx="88">
                  <c:v>41726</c:v>
                </c:pt>
                <c:pt idx="89">
                  <c:v>41727</c:v>
                </c:pt>
                <c:pt idx="90">
                  <c:v>41728</c:v>
                </c:pt>
                <c:pt idx="91">
                  <c:v>41729</c:v>
                </c:pt>
                <c:pt idx="92">
                  <c:v>41730</c:v>
                </c:pt>
                <c:pt idx="93">
                  <c:v>41731</c:v>
                </c:pt>
                <c:pt idx="94">
                  <c:v>41732</c:v>
                </c:pt>
                <c:pt idx="95">
                  <c:v>41733</c:v>
                </c:pt>
                <c:pt idx="96">
                  <c:v>41734</c:v>
                </c:pt>
                <c:pt idx="97">
                  <c:v>41735</c:v>
                </c:pt>
                <c:pt idx="98">
                  <c:v>41736</c:v>
                </c:pt>
                <c:pt idx="99">
                  <c:v>41737</c:v>
                </c:pt>
                <c:pt idx="100">
                  <c:v>41738</c:v>
                </c:pt>
                <c:pt idx="101">
                  <c:v>41739</c:v>
                </c:pt>
                <c:pt idx="102">
                  <c:v>41740</c:v>
                </c:pt>
                <c:pt idx="103">
                  <c:v>41741</c:v>
                </c:pt>
                <c:pt idx="104">
                  <c:v>41742</c:v>
                </c:pt>
                <c:pt idx="105">
                  <c:v>41743</c:v>
                </c:pt>
                <c:pt idx="106">
                  <c:v>41744</c:v>
                </c:pt>
                <c:pt idx="107">
                  <c:v>41745</c:v>
                </c:pt>
                <c:pt idx="108">
                  <c:v>41746</c:v>
                </c:pt>
                <c:pt idx="109">
                  <c:v>41747</c:v>
                </c:pt>
                <c:pt idx="110">
                  <c:v>41748</c:v>
                </c:pt>
                <c:pt idx="111">
                  <c:v>41749</c:v>
                </c:pt>
                <c:pt idx="112">
                  <c:v>41750</c:v>
                </c:pt>
                <c:pt idx="113">
                  <c:v>41751</c:v>
                </c:pt>
                <c:pt idx="114">
                  <c:v>41752</c:v>
                </c:pt>
                <c:pt idx="115">
                  <c:v>41753</c:v>
                </c:pt>
                <c:pt idx="116">
                  <c:v>41754</c:v>
                </c:pt>
                <c:pt idx="117">
                  <c:v>41755</c:v>
                </c:pt>
                <c:pt idx="118">
                  <c:v>41756</c:v>
                </c:pt>
                <c:pt idx="119">
                  <c:v>41757</c:v>
                </c:pt>
                <c:pt idx="120">
                  <c:v>41758</c:v>
                </c:pt>
                <c:pt idx="121">
                  <c:v>41759</c:v>
                </c:pt>
                <c:pt idx="122">
                  <c:v>41760</c:v>
                </c:pt>
                <c:pt idx="123">
                  <c:v>41761</c:v>
                </c:pt>
                <c:pt idx="124">
                  <c:v>41762</c:v>
                </c:pt>
                <c:pt idx="125">
                  <c:v>41763</c:v>
                </c:pt>
                <c:pt idx="126">
                  <c:v>41764</c:v>
                </c:pt>
                <c:pt idx="127">
                  <c:v>41765</c:v>
                </c:pt>
                <c:pt idx="128">
                  <c:v>41766</c:v>
                </c:pt>
                <c:pt idx="129">
                  <c:v>41767</c:v>
                </c:pt>
                <c:pt idx="130">
                  <c:v>41768</c:v>
                </c:pt>
                <c:pt idx="131">
                  <c:v>41769</c:v>
                </c:pt>
                <c:pt idx="132">
                  <c:v>41770</c:v>
                </c:pt>
                <c:pt idx="133">
                  <c:v>41771</c:v>
                </c:pt>
                <c:pt idx="134">
                  <c:v>41772</c:v>
                </c:pt>
                <c:pt idx="135">
                  <c:v>41773</c:v>
                </c:pt>
                <c:pt idx="136">
                  <c:v>41774</c:v>
                </c:pt>
                <c:pt idx="137">
                  <c:v>41775</c:v>
                </c:pt>
                <c:pt idx="138">
                  <c:v>41776</c:v>
                </c:pt>
                <c:pt idx="139">
                  <c:v>41777</c:v>
                </c:pt>
                <c:pt idx="140">
                  <c:v>41778</c:v>
                </c:pt>
                <c:pt idx="141">
                  <c:v>41779</c:v>
                </c:pt>
                <c:pt idx="142">
                  <c:v>41780</c:v>
                </c:pt>
                <c:pt idx="143">
                  <c:v>41781</c:v>
                </c:pt>
                <c:pt idx="144">
                  <c:v>41782</c:v>
                </c:pt>
                <c:pt idx="145">
                  <c:v>41783</c:v>
                </c:pt>
                <c:pt idx="146">
                  <c:v>41784</c:v>
                </c:pt>
                <c:pt idx="147">
                  <c:v>41785</c:v>
                </c:pt>
                <c:pt idx="148">
                  <c:v>41786</c:v>
                </c:pt>
                <c:pt idx="149">
                  <c:v>41787</c:v>
                </c:pt>
                <c:pt idx="150">
                  <c:v>41788</c:v>
                </c:pt>
                <c:pt idx="151">
                  <c:v>41789</c:v>
                </c:pt>
                <c:pt idx="152">
                  <c:v>41790</c:v>
                </c:pt>
                <c:pt idx="153">
                  <c:v>41791</c:v>
                </c:pt>
                <c:pt idx="154">
                  <c:v>41792</c:v>
                </c:pt>
                <c:pt idx="155">
                  <c:v>41793</c:v>
                </c:pt>
                <c:pt idx="156">
                  <c:v>41794</c:v>
                </c:pt>
                <c:pt idx="157">
                  <c:v>41795</c:v>
                </c:pt>
                <c:pt idx="158">
                  <c:v>41796</c:v>
                </c:pt>
                <c:pt idx="159">
                  <c:v>41797</c:v>
                </c:pt>
                <c:pt idx="160">
                  <c:v>41798</c:v>
                </c:pt>
                <c:pt idx="161">
                  <c:v>41799</c:v>
                </c:pt>
                <c:pt idx="162">
                  <c:v>41800</c:v>
                </c:pt>
                <c:pt idx="163">
                  <c:v>41801</c:v>
                </c:pt>
                <c:pt idx="164">
                  <c:v>41802</c:v>
                </c:pt>
                <c:pt idx="165">
                  <c:v>41803</c:v>
                </c:pt>
                <c:pt idx="166">
                  <c:v>41804</c:v>
                </c:pt>
                <c:pt idx="167">
                  <c:v>41805</c:v>
                </c:pt>
                <c:pt idx="168">
                  <c:v>41806</c:v>
                </c:pt>
                <c:pt idx="169">
                  <c:v>41807</c:v>
                </c:pt>
                <c:pt idx="170">
                  <c:v>41808</c:v>
                </c:pt>
                <c:pt idx="171">
                  <c:v>41809</c:v>
                </c:pt>
                <c:pt idx="172">
                  <c:v>41810</c:v>
                </c:pt>
                <c:pt idx="173">
                  <c:v>41811</c:v>
                </c:pt>
                <c:pt idx="174">
                  <c:v>41812</c:v>
                </c:pt>
                <c:pt idx="175">
                  <c:v>41813</c:v>
                </c:pt>
                <c:pt idx="176">
                  <c:v>41814</c:v>
                </c:pt>
                <c:pt idx="177">
                  <c:v>41815</c:v>
                </c:pt>
                <c:pt idx="178">
                  <c:v>41816</c:v>
                </c:pt>
                <c:pt idx="179">
                  <c:v>41817</c:v>
                </c:pt>
                <c:pt idx="180">
                  <c:v>41818</c:v>
                </c:pt>
                <c:pt idx="181">
                  <c:v>41819</c:v>
                </c:pt>
                <c:pt idx="182">
                  <c:v>41820</c:v>
                </c:pt>
                <c:pt idx="183">
                  <c:v>41821</c:v>
                </c:pt>
                <c:pt idx="184">
                  <c:v>41822</c:v>
                </c:pt>
                <c:pt idx="185">
                  <c:v>41823</c:v>
                </c:pt>
                <c:pt idx="186">
                  <c:v>41824</c:v>
                </c:pt>
                <c:pt idx="187">
                  <c:v>41825</c:v>
                </c:pt>
                <c:pt idx="188">
                  <c:v>41826</c:v>
                </c:pt>
                <c:pt idx="189">
                  <c:v>41827</c:v>
                </c:pt>
                <c:pt idx="190">
                  <c:v>41828</c:v>
                </c:pt>
                <c:pt idx="191">
                  <c:v>41829</c:v>
                </c:pt>
                <c:pt idx="192">
                  <c:v>41830</c:v>
                </c:pt>
                <c:pt idx="193">
                  <c:v>41831</c:v>
                </c:pt>
                <c:pt idx="194">
                  <c:v>41832</c:v>
                </c:pt>
                <c:pt idx="195">
                  <c:v>41833</c:v>
                </c:pt>
                <c:pt idx="196">
                  <c:v>41834</c:v>
                </c:pt>
                <c:pt idx="197">
                  <c:v>41835</c:v>
                </c:pt>
                <c:pt idx="198">
                  <c:v>41836</c:v>
                </c:pt>
                <c:pt idx="199">
                  <c:v>41837</c:v>
                </c:pt>
                <c:pt idx="200">
                  <c:v>41838</c:v>
                </c:pt>
                <c:pt idx="201">
                  <c:v>41839</c:v>
                </c:pt>
                <c:pt idx="202">
                  <c:v>41840</c:v>
                </c:pt>
                <c:pt idx="203">
                  <c:v>41841</c:v>
                </c:pt>
                <c:pt idx="204">
                  <c:v>41842</c:v>
                </c:pt>
                <c:pt idx="205">
                  <c:v>41843</c:v>
                </c:pt>
                <c:pt idx="206">
                  <c:v>41844</c:v>
                </c:pt>
                <c:pt idx="207">
                  <c:v>41845</c:v>
                </c:pt>
                <c:pt idx="208">
                  <c:v>41846</c:v>
                </c:pt>
                <c:pt idx="209">
                  <c:v>41847</c:v>
                </c:pt>
                <c:pt idx="210">
                  <c:v>41848</c:v>
                </c:pt>
                <c:pt idx="211">
                  <c:v>41849</c:v>
                </c:pt>
                <c:pt idx="212">
                  <c:v>41850</c:v>
                </c:pt>
                <c:pt idx="213">
                  <c:v>41851</c:v>
                </c:pt>
                <c:pt idx="214">
                  <c:v>41852</c:v>
                </c:pt>
                <c:pt idx="215">
                  <c:v>41853</c:v>
                </c:pt>
                <c:pt idx="216">
                  <c:v>41854</c:v>
                </c:pt>
                <c:pt idx="217">
                  <c:v>41855</c:v>
                </c:pt>
                <c:pt idx="218">
                  <c:v>41856</c:v>
                </c:pt>
                <c:pt idx="219">
                  <c:v>41857</c:v>
                </c:pt>
                <c:pt idx="220">
                  <c:v>41858</c:v>
                </c:pt>
                <c:pt idx="221">
                  <c:v>41859</c:v>
                </c:pt>
                <c:pt idx="222">
                  <c:v>41860</c:v>
                </c:pt>
                <c:pt idx="223">
                  <c:v>41861</c:v>
                </c:pt>
                <c:pt idx="224">
                  <c:v>41862</c:v>
                </c:pt>
                <c:pt idx="225">
                  <c:v>41863</c:v>
                </c:pt>
                <c:pt idx="226">
                  <c:v>41864</c:v>
                </c:pt>
                <c:pt idx="227">
                  <c:v>41865</c:v>
                </c:pt>
                <c:pt idx="228">
                  <c:v>41866</c:v>
                </c:pt>
                <c:pt idx="229">
                  <c:v>41867</c:v>
                </c:pt>
                <c:pt idx="230">
                  <c:v>41868</c:v>
                </c:pt>
                <c:pt idx="231">
                  <c:v>41869</c:v>
                </c:pt>
                <c:pt idx="232">
                  <c:v>41870</c:v>
                </c:pt>
                <c:pt idx="233">
                  <c:v>41871</c:v>
                </c:pt>
                <c:pt idx="234">
                  <c:v>41872</c:v>
                </c:pt>
                <c:pt idx="235">
                  <c:v>41873</c:v>
                </c:pt>
                <c:pt idx="236">
                  <c:v>41874</c:v>
                </c:pt>
                <c:pt idx="237">
                  <c:v>41875</c:v>
                </c:pt>
                <c:pt idx="238">
                  <c:v>41876</c:v>
                </c:pt>
                <c:pt idx="239">
                  <c:v>41877</c:v>
                </c:pt>
                <c:pt idx="240">
                  <c:v>41878</c:v>
                </c:pt>
                <c:pt idx="241">
                  <c:v>41879</c:v>
                </c:pt>
                <c:pt idx="242">
                  <c:v>41880</c:v>
                </c:pt>
                <c:pt idx="243">
                  <c:v>41881</c:v>
                </c:pt>
                <c:pt idx="244">
                  <c:v>41882</c:v>
                </c:pt>
                <c:pt idx="245">
                  <c:v>41883</c:v>
                </c:pt>
                <c:pt idx="246">
                  <c:v>41884</c:v>
                </c:pt>
                <c:pt idx="247">
                  <c:v>41885</c:v>
                </c:pt>
                <c:pt idx="248">
                  <c:v>41886</c:v>
                </c:pt>
                <c:pt idx="249">
                  <c:v>41887</c:v>
                </c:pt>
                <c:pt idx="250">
                  <c:v>41888</c:v>
                </c:pt>
                <c:pt idx="251">
                  <c:v>41889</c:v>
                </c:pt>
                <c:pt idx="252">
                  <c:v>41890</c:v>
                </c:pt>
                <c:pt idx="253">
                  <c:v>41891</c:v>
                </c:pt>
                <c:pt idx="254">
                  <c:v>41892</c:v>
                </c:pt>
                <c:pt idx="255">
                  <c:v>41893</c:v>
                </c:pt>
                <c:pt idx="256">
                  <c:v>41894</c:v>
                </c:pt>
                <c:pt idx="257">
                  <c:v>41895</c:v>
                </c:pt>
                <c:pt idx="258">
                  <c:v>41896</c:v>
                </c:pt>
                <c:pt idx="259">
                  <c:v>41897</c:v>
                </c:pt>
                <c:pt idx="260">
                  <c:v>41898</c:v>
                </c:pt>
                <c:pt idx="261">
                  <c:v>41899</c:v>
                </c:pt>
                <c:pt idx="262">
                  <c:v>41900</c:v>
                </c:pt>
                <c:pt idx="263">
                  <c:v>41901</c:v>
                </c:pt>
                <c:pt idx="264">
                  <c:v>41902</c:v>
                </c:pt>
                <c:pt idx="265">
                  <c:v>41903</c:v>
                </c:pt>
                <c:pt idx="266">
                  <c:v>41904</c:v>
                </c:pt>
                <c:pt idx="267">
                  <c:v>41905</c:v>
                </c:pt>
                <c:pt idx="268">
                  <c:v>41906</c:v>
                </c:pt>
                <c:pt idx="269">
                  <c:v>41907</c:v>
                </c:pt>
                <c:pt idx="270">
                  <c:v>41908</c:v>
                </c:pt>
                <c:pt idx="271">
                  <c:v>41909</c:v>
                </c:pt>
                <c:pt idx="272">
                  <c:v>41910</c:v>
                </c:pt>
                <c:pt idx="273">
                  <c:v>41911</c:v>
                </c:pt>
                <c:pt idx="274">
                  <c:v>41912</c:v>
                </c:pt>
                <c:pt idx="275">
                  <c:v>41913</c:v>
                </c:pt>
                <c:pt idx="276">
                  <c:v>41914</c:v>
                </c:pt>
                <c:pt idx="277">
                  <c:v>41915</c:v>
                </c:pt>
                <c:pt idx="278">
                  <c:v>41916</c:v>
                </c:pt>
                <c:pt idx="279">
                  <c:v>41917</c:v>
                </c:pt>
                <c:pt idx="280">
                  <c:v>41918</c:v>
                </c:pt>
                <c:pt idx="281">
                  <c:v>41919</c:v>
                </c:pt>
                <c:pt idx="282">
                  <c:v>41920</c:v>
                </c:pt>
                <c:pt idx="283">
                  <c:v>41921</c:v>
                </c:pt>
                <c:pt idx="284">
                  <c:v>41922</c:v>
                </c:pt>
                <c:pt idx="285">
                  <c:v>41923</c:v>
                </c:pt>
                <c:pt idx="286">
                  <c:v>41924</c:v>
                </c:pt>
                <c:pt idx="287">
                  <c:v>41925</c:v>
                </c:pt>
                <c:pt idx="288">
                  <c:v>41926</c:v>
                </c:pt>
                <c:pt idx="289">
                  <c:v>41927</c:v>
                </c:pt>
                <c:pt idx="290">
                  <c:v>41928</c:v>
                </c:pt>
                <c:pt idx="291">
                  <c:v>41929</c:v>
                </c:pt>
                <c:pt idx="292">
                  <c:v>41930</c:v>
                </c:pt>
                <c:pt idx="293">
                  <c:v>41931</c:v>
                </c:pt>
                <c:pt idx="294">
                  <c:v>41932</c:v>
                </c:pt>
                <c:pt idx="295">
                  <c:v>41933</c:v>
                </c:pt>
                <c:pt idx="296">
                  <c:v>41934</c:v>
                </c:pt>
                <c:pt idx="297">
                  <c:v>41935</c:v>
                </c:pt>
                <c:pt idx="298">
                  <c:v>41936</c:v>
                </c:pt>
                <c:pt idx="299">
                  <c:v>41937</c:v>
                </c:pt>
                <c:pt idx="300">
                  <c:v>41938</c:v>
                </c:pt>
                <c:pt idx="301">
                  <c:v>41939</c:v>
                </c:pt>
                <c:pt idx="302">
                  <c:v>41940</c:v>
                </c:pt>
                <c:pt idx="303">
                  <c:v>41941</c:v>
                </c:pt>
                <c:pt idx="304">
                  <c:v>41942</c:v>
                </c:pt>
                <c:pt idx="305">
                  <c:v>41943</c:v>
                </c:pt>
                <c:pt idx="306">
                  <c:v>41944</c:v>
                </c:pt>
                <c:pt idx="307">
                  <c:v>41945</c:v>
                </c:pt>
                <c:pt idx="308">
                  <c:v>41946</c:v>
                </c:pt>
                <c:pt idx="309">
                  <c:v>41947</c:v>
                </c:pt>
                <c:pt idx="310">
                  <c:v>41948</c:v>
                </c:pt>
                <c:pt idx="311">
                  <c:v>41949</c:v>
                </c:pt>
                <c:pt idx="312">
                  <c:v>41950</c:v>
                </c:pt>
                <c:pt idx="313">
                  <c:v>41951</c:v>
                </c:pt>
                <c:pt idx="314">
                  <c:v>41952</c:v>
                </c:pt>
                <c:pt idx="315">
                  <c:v>41953</c:v>
                </c:pt>
                <c:pt idx="316">
                  <c:v>41954</c:v>
                </c:pt>
                <c:pt idx="317">
                  <c:v>41955</c:v>
                </c:pt>
                <c:pt idx="318">
                  <c:v>41956</c:v>
                </c:pt>
                <c:pt idx="319">
                  <c:v>41957</c:v>
                </c:pt>
                <c:pt idx="320">
                  <c:v>41958</c:v>
                </c:pt>
                <c:pt idx="321">
                  <c:v>41959</c:v>
                </c:pt>
                <c:pt idx="322">
                  <c:v>41960</c:v>
                </c:pt>
                <c:pt idx="323">
                  <c:v>41961</c:v>
                </c:pt>
                <c:pt idx="324">
                  <c:v>41962</c:v>
                </c:pt>
                <c:pt idx="325">
                  <c:v>41963</c:v>
                </c:pt>
                <c:pt idx="326">
                  <c:v>41964</c:v>
                </c:pt>
                <c:pt idx="327">
                  <c:v>41965</c:v>
                </c:pt>
                <c:pt idx="328">
                  <c:v>41966</c:v>
                </c:pt>
                <c:pt idx="329">
                  <c:v>41967</c:v>
                </c:pt>
                <c:pt idx="330">
                  <c:v>41968</c:v>
                </c:pt>
                <c:pt idx="331">
                  <c:v>41969</c:v>
                </c:pt>
                <c:pt idx="332">
                  <c:v>41970</c:v>
                </c:pt>
                <c:pt idx="333">
                  <c:v>41971</c:v>
                </c:pt>
                <c:pt idx="334">
                  <c:v>41972</c:v>
                </c:pt>
                <c:pt idx="335">
                  <c:v>41973</c:v>
                </c:pt>
                <c:pt idx="336">
                  <c:v>41974</c:v>
                </c:pt>
                <c:pt idx="337">
                  <c:v>41975</c:v>
                </c:pt>
                <c:pt idx="338">
                  <c:v>41976</c:v>
                </c:pt>
                <c:pt idx="339">
                  <c:v>41977</c:v>
                </c:pt>
                <c:pt idx="340">
                  <c:v>41978</c:v>
                </c:pt>
                <c:pt idx="341">
                  <c:v>41979</c:v>
                </c:pt>
                <c:pt idx="342">
                  <c:v>41980</c:v>
                </c:pt>
                <c:pt idx="343">
                  <c:v>41981</c:v>
                </c:pt>
                <c:pt idx="344">
                  <c:v>41982</c:v>
                </c:pt>
                <c:pt idx="345">
                  <c:v>41983</c:v>
                </c:pt>
                <c:pt idx="346">
                  <c:v>41984</c:v>
                </c:pt>
                <c:pt idx="347">
                  <c:v>41985</c:v>
                </c:pt>
                <c:pt idx="348">
                  <c:v>41986</c:v>
                </c:pt>
                <c:pt idx="349">
                  <c:v>41987</c:v>
                </c:pt>
                <c:pt idx="350">
                  <c:v>41988</c:v>
                </c:pt>
                <c:pt idx="351">
                  <c:v>41989</c:v>
                </c:pt>
                <c:pt idx="352">
                  <c:v>41990</c:v>
                </c:pt>
                <c:pt idx="353">
                  <c:v>41991</c:v>
                </c:pt>
                <c:pt idx="354">
                  <c:v>41992</c:v>
                </c:pt>
                <c:pt idx="355">
                  <c:v>41993</c:v>
                </c:pt>
                <c:pt idx="356">
                  <c:v>41994</c:v>
                </c:pt>
                <c:pt idx="357">
                  <c:v>41995</c:v>
                </c:pt>
                <c:pt idx="358">
                  <c:v>41996</c:v>
                </c:pt>
                <c:pt idx="359">
                  <c:v>41997</c:v>
                </c:pt>
                <c:pt idx="360">
                  <c:v>41998</c:v>
                </c:pt>
                <c:pt idx="361">
                  <c:v>41999</c:v>
                </c:pt>
                <c:pt idx="362">
                  <c:v>42000</c:v>
                </c:pt>
                <c:pt idx="363">
                  <c:v>42001</c:v>
                </c:pt>
                <c:pt idx="364">
                  <c:v>42002</c:v>
                </c:pt>
                <c:pt idx="365">
                  <c:v>42003</c:v>
                </c:pt>
                <c:pt idx="366">
                  <c:v>42004</c:v>
                </c:pt>
                <c:pt idx="367">
                  <c:v>42005</c:v>
                </c:pt>
                <c:pt idx="368">
                  <c:v>42006</c:v>
                </c:pt>
                <c:pt idx="369">
                  <c:v>42007</c:v>
                </c:pt>
                <c:pt idx="370">
                  <c:v>42008</c:v>
                </c:pt>
                <c:pt idx="371">
                  <c:v>42009</c:v>
                </c:pt>
                <c:pt idx="372">
                  <c:v>42010</c:v>
                </c:pt>
                <c:pt idx="373">
                  <c:v>42011</c:v>
                </c:pt>
                <c:pt idx="374">
                  <c:v>42012</c:v>
                </c:pt>
                <c:pt idx="375">
                  <c:v>42013</c:v>
                </c:pt>
                <c:pt idx="376">
                  <c:v>42014</c:v>
                </c:pt>
                <c:pt idx="377">
                  <c:v>42015</c:v>
                </c:pt>
                <c:pt idx="378">
                  <c:v>42016</c:v>
                </c:pt>
                <c:pt idx="379">
                  <c:v>42017</c:v>
                </c:pt>
                <c:pt idx="380">
                  <c:v>42018</c:v>
                </c:pt>
                <c:pt idx="381">
                  <c:v>42019</c:v>
                </c:pt>
                <c:pt idx="382">
                  <c:v>42020</c:v>
                </c:pt>
                <c:pt idx="383">
                  <c:v>42021</c:v>
                </c:pt>
                <c:pt idx="384">
                  <c:v>42022</c:v>
                </c:pt>
                <c:pt idx="385">
                  <c:v>42023</c:v>
                </c:pt>
                <c:pt idx="386">
                  <c:v>42024</c:v>
                </c:pt>
                <c:pt idx="387">
                  <c:v>42025</c:v>
                </c:pt>
                <c:pt idx="388">
                  <c:v>42026</c:v>
                </c:pt>
                <c:pt idx="389">
                  <c:v>42027</c:v>
                </c:pt>
                <c:pt idx="390">
                  <c:v>42028</c:v>
                </c:pt>
                <c:pt idx="391">
                  <c:v>42029</c:v>
                </c:pt>
                <c:pt idx="392">
                  <c:v>42030</c:v>
                </c:pt>
                <c:pt idx="393">
                  <c:v>42031</c:v>
                </c:pt>
                <c:pt idx="394">
                  <c:v>42032</c:v>
                </c:pt>
                <c:pt idx="395">
                  <c:v>42033</c:v>
                </c:pt>
                <c:pt idx="396">
                  <c:v>42034</c:v>
                </c:pt>
                <c:pt idx="397">
                  <c:v>42035</c:v>
                </c:pt>
                <c:pt idx="398">
                  <c:v>42036</c:v>
                </c:pt>
                <c:pt idx="399">
                  <c:v>42037</c:v>
                </c:pt>
                <c:pt idx="400">
                  <c:v>42038</c:v>
                </c:pt>
                <c:pt idx="401">
                  <c:v>42039</c:v>
                </c:pt>
                <c:pt idx="402">
                  <c:v>42040</c:v>
                </c:pt>
                <c:pt idx="403">
                  <c:v>42041</c:v>
                </c:pt>
                <c:pt idx="404">
                  <c:v>42042</c:v>
                </c:pt>
                <c:pt idx="405">
                  <c:v>42043</c:v>
                </c:pt>
                <c:pt idx="406">
                  <c:v>42044</c:v>
                </c:pt>
                <c:pt idx="407">
                  <c:v>42045</c:v>
                </c:pt>
                <c:pt idx="408">
                  <c:v>42046</c:v>
                </c:pt>
                <c:pt idx="409">
                  <c:v>42047</c:v>
                </c:pt>
                <c:pt idx="410">
                  <c:v>42048</c:v>
                </c:pt>
                <c:pt idx="411">
                  <c:v>42049</c:v>
                </c:pt>
                <c:pt idx="412">
                  <c:v>42050</c:v>
                </c:pt>
                <c:pt idx="413">
                  <c:v>42051</c:v>
                </c:pt>
                <c:pt idx="414">
                  <c:v>42052</c:v>
                </c:pt>
                <c:pt idx="415">
                  <c:v>42053</c:v>
                </c:pt>
                <c:pt idx="416">
                  <c:v>42054</c:v>
                </c:pt>
                <c:pt idx="417">
                  <c:v>42055</c:v>
                </c:pt>
                <c:pt idx="418">
                  <c:v>42056</c:v>
                </c:pt>
                <c:pt idx="419">
                  <c:v>42057</c:v>
                </c:pt>
                <c:pt idx="420">
                  <c:v>42058</c:v>
                </c:pt>
                <c:pt idx="421">
                  <c:v>42059</c:v>
                </c:pt>
                <c:pt idx="422">
                  <c:v>42060</c:v>
                </c:pt>
                <c:pt idx="423">
                  <c:v>42061</c:v>
                </c:pt>
                <c:pt idx="424">
                  <c:v>42062</c:v>
                </c:pt>
                <c:pt idx="425">
                  <c:v>42063</c:v>
                </c:pt>
                <c:pt idx="426">
                  <c:v>42064</c:v>
                </c:pt>
                <c:pt idx="427">
                  <c:v>42065</c:v>
                </c:pt>
                <c:pt idx="428">
                  <c:v>42066</c:v>
                </c:pt>
                <c:pt idx="429">
                  <c:v>42067</c:v>
                </c:pt>
                <c:pt idx="430">
                  <c:v>42068</c:v>
                </c:pt>
                <c:pt idx="431">
                  <c:v>42069</c:v>
                </c:pt>
                <c:pt idx="432">
                  <c:v>42070</c:v>
                </c:pt>
                <c:pt idx="433">
                  <c:v>42071</c:v>
                </c:pt>
                <c:pt idx="434">
                  <c:v>42072</c:v>
                </c:pt>
                <c:pt idx="435">
                  <c:v>42073</c:v>
                </c:pt>
                <c:pt idx="436">
                  <c:v>42074</c:v>
                </c:pt>
                <c:pt idx="437">
                  <c:v>42075</c:v>
                </c:pt>
                <c:pt idx="438">
                  <c:v>42076</c:v>
                </c:pt>
                <c:pt idx="439">
                  <c:v>42077</c:v>
                </c:pt>
                <c:pt idx="440">
                  <c:v>42078</c:v>
                </c:pt>
                <c:pt idx="441">
                  <c:v>42079</c:v>
                </c:pt>
                <c:pt idx="442">
                  <c:v>42080</c:v>
                </c:pt>
                <c:pt idx="443">
                  <c:v>42081</c:v>
                </c:pt>
                <c:pt idx="444">
                  <c:v>42082</c:v>
                </c:pt>
                <c:pt idx="445">
                  <c:v>42083</c:v>
                </c:pt>
                <c:pt idx="446">
                  <c:v>42084</c:v>
                </c:pt>
                <c:pt idx="447">
                  <c:v>42085</c:v>
                </c:pt>
                <c:pt idx="448">
                  <c:v>42086</c:v>
                </c:pt>
                <c:pt idx="449">
                  <c:v>42087</c:v>
                </c:pt>
                <c:pt idx="450">
                  <c:v>42088</c:v>
                </c:pt>
                <c:pt idx="451">
                  <c:v>42089</c:v>
                </c:pt>
                <c:pt idx="452">
                  <c:v>42090</c:v>
                </c:pt>
                <c:pt idx="453">
                  <c:v>42091</c:v>
                </c:pt>
                <c:pt idx="454">
                  <c:v>42092</c:v>
                </c:pt>
                <c:pt idx="455">
                  <c:v>42093</c:v>
                </c:pt>
                <c:pt idx="456">
                  <c:v>42094</c:v>
                </c:pt>
                <c:pt idx="457">
                  <c:v>42095</c:v>
                </c:pt>
                <c:pt idx="458">
                  <c:v>42096</c:v>
                </c:pt>
                <c:pt idx="459">
                  <c:v>42097</c:v>
                </c:pt>
                <c:pt idx="460">
                  <c:v>42098</c:v>
                </c:pt>
                <c:pt idx="461">
                  <c:v>42099</c:v>
                </c:pt>
                <c:pt idx="462">
                  <c:v>42100</c:v>
                </c:pt>
                <c:pt idx="463">
                  <c:v>42101</c:v>
                </c:pt>
                <c:pt idx="464">
                  <c:v>42102</c:v>
                </c:pt>
                <c:pt idx="465">
                  <c:v>42103</c:v>
                </c:pt>
                <c:pt idx="466">
                  <c:v>42104</c:v>
                </c:pt>
                <c:pt idx="467">
                  <c:v>42105</c:v>
                </c:pt>
                <c:pt idx="468">
                  <c:v>42106</c:v>
                </c:pt>
                <c:pt idx="469">
                  <c:v>42107</c:v>
                </c:pt>
                <c:pt idx="470">
                  <c:v>42108</c:v>
                </c:pt>
                <c:pt idx="471">
                  <c:v>42109</c:v>
                </c:pt>
                <c:pt idx="472">
                  <c:v>42110</c:v>
                </c:pt>
                <c:pt idx="473">
                  <c:v>42111</c:v>
                </c:pt>
                <c:pt idx="474">
                  <c:v>42112</c:v>
                </c:pt>
                <c:pt idx="475">
                  <c:v>42113</c:v>
                </c:pt>
                <c:pt idx="476">
                  <c:v>42114</c:v>
                </c:pt>
                <c:pt idx="477">
                  <c:v>42115</c:v>
                </c:pt>
                <c:pt idx="478">
                  <c:v>42116</c:v>
                </c:pt>
                <c:pt idx="479">
                  <c:v>42117</c:v>
                </c:pt>
                <c:pt idx="480">
                  <c:v>42118</c:v>
                </c:pt>
                <c:pt idx="481">
                  <c:v>42119</c:v>
                </c:pt>
                <c:pt idx="482">
                  <c:v>42120</c:v>
                </c:pt>
                <c:pt idx="483">
                  <c:v>42121</c:v>
                </c:pt>
                <c:pt idx="484">
                  <c:v>42122</c:v>
                </c:pt>
                <c:pt idx="485">
                  <c:v>42123</c:v>
                </c:pt>
                <c:pt idx="486">
                  <c:v>42124</c:v>
                </c:pt>
                <c:pt idx="487">
                  <c:v>42125</c:v>
                </c:pt>
                <c:pt idx="488">
                  <c:v>42126</c:v>
                </c:pt>
                <c:pt idx="489">
                  <c:v>42127</c:v>
                </c:pt>
                <c:pt idx="490">
                  <c:v>42128</c:v>
                </c:pt>
                <c:pt idx="491">
                  <c:v>42129</c:v>
                </c:pt>
                <c:pt idx="492">
                  <c:v>42130</c:v>
                </c:pt>
                <c:pt idx="493">
                  <c:v>42131</c:v>
                </c:pt>
                <c:pt idx="494">
                  <c:v>42132</c:v>
                </c:pt>
                <c:pt idx="495">
                  <c:v>42133</c:v>
                </c:pt>
                <c:pt idx="496">
                  <c:v>42134</c:v>
                </c:pt>
                <c:pt idx="497">
                  <c:v>42135</c:v>
                </c:pt>
                <c:pt idx="498">
                  <c:v>42136</c:v>
                </c:pt>
                <c:pt idx="499">
                  <c:v>42137</c:v>
                </c:pt>
                <c:pt idx="500">
                  <c:v>42138</c:v>
                </c:pt>
                <c:pt idx="501">
                  <c:v>42139</c:v>
                </c:pt>
                <c:pt idx="502">
                  <c:v>42140</c:v>
                </c:pt>
                <c:pt idx="503">
                  <c:v>42141</c:v>
                </c:pt>
                <c:pt idx="504">
                  <c:v>42142</c:v>
                </c:pt>
                <c:pt idx="505">
                  <c:v>42143</c:v>
                </c:pt>
                <c:pt idx="506">
                  <c:v>42144</c:v>
                </c:pt>
                <c:pt idx="507">
                  <c:v>42145</c:v>
                </c:pt>
                <c:pt idx="508">
                  <c:v>42146</c:v>
                </c:pt>
                <c:pt idx="509">
                  <c:v>42147</c:v>
                </c:pt>
                <c:pt idx="510">
                  <c:v>42148</c:v>
                </c:pt>
                <c:pt idx="511">
                  <c:v>42149</c:v>
                </c:pt>
                <c:pt idx="512">
                  <c:v>42150</c:v>
                </c:pt>
                <c:pt idx="513">
                  <c:v>42151</c:v>
                </c:pt>
                <c:pt idx="514">
                  <c:v>42152</c:v>
                </c:pt>
                <c:pt idx="515">
                  <c:v>42153</c:v>
                </c:pt>
                <c:pt idx="516">
                  <c:v>42154</c:v>
                </c:pt>
                <c:pt idx="517">
                  <c:v>42155</c:v>
                </c:pt>
                <c:pt idx="518">
                  <c:v>42156</c:v>
                </c:pt>
                <c:pt idx="519">
                  <c:v>42157</c:v>
                </c:pt>
                <c:pt idx="520">
                  <c:v>42158</c:v>
                </c:pt>
                <c:pt idx="521">
                  <c:v>42159</c:v>
                </c:pt>
                <c:pt idx="522">
                  <c:v>42160</c:v>
                </c:pt>
                <c:pt idx="523">
                  <c:v>42161</c:v>
                </c:pt>
                <c:pt idx="524">
                  <c:v>42162</c:v>
                </c:pt>
                <c:pt idx="525">
                  <c:v>42163</c:v>
                </c:pt>
                <c:pt idx="526">
                  <c:v>42164</c:v>
                </c:pt>
                <c:pt idx="527">
                  <c:v>42165</c:v>
                </c:pt>
                <c:pt idx="528">
                  <c:v>42166</c:v>
                </c:pt>
                <c:pt idx="529">
                  <c:v>42167</c:v>
                </c:pt>
                <c:pt idx="530">
                  <c:v>42168</c:v>
                </c:pt>
                <c:pt idx="531">
                  <c:v>42169</c:v>
                </c:pt>
                <c:pt idx="532">
                  <c:v>42170</c:v>
                </c:pt>
                <c:pt idx="533">
                  <c:v>42171</c:v>
                </c:pt>
                <c:pt idx="534">
                  <c:v>42172</c:v>
                </c:pt>
                <c:pt idx="535">
                  <c:v>42173</c:v>
                </c:pt>
                <c:pt idx="536">
                  <c:v>42174</c:v>
                </c:pt>
                <c:pt idx="537">
                  <c:v>42175</c:v>
                </c:pt>
                <c:pt idx="538">
                  <c:v>42176</c:v>
                </c:pt>
                <c:pt idx="539">
                  <c:v>42177</c:v>
                </c:pt>
                <c:pt idx="540">
                  <c:v>42178</c:v>
                </c:pt>
                <c:pt idx="541">
                  <c:v>42179</c:v>
                </c:pt>
                <c:pt idx="542">
                  <c:v>42180</c:v>
                </c:pt>
                <c:pt idx="543">
                  <c:v>42181</c:v>
                </c:pt>
                <c:pt idx="544">
                  <c:v>42182</c:v>
                </c:pt>
                <c:pt idx="545">
                  <c:v>42183</c:v>
                </c:pt>
                <c:pt idx="546">
                  <c:v>42184</c:v>
                </c:pt>
                <c:pt idx="547">
                  <c:v>42185</c:v>
                </c:pt>
                <c:pt idx="548">
                  <c:v>42186</c:v>
                </c:pt>
                <c:pt idx="549">
                  <c:v>42187</c:v>
                </c:pt>
                <c:pt idx="550">
                  <c:v>42188</c:v>
                </c:pt>
                <c:pt idx="551">
                  <c:v>42189</c:v>
                </c:pt>
                <c:pt idx="552">
                  <c:v>42190</c:v>
                </c:pt>
                <c:pt idx="553">
                  <c:v>42191</c:v>
                </c:pt>
                <c:pt idx="554">
                  <c:v>42192</c:v>
                </c:pt>
                <c:pt idx="555">
                  <c:v>42193</c:v>
                </c:pt>
                <c:pt idx="556">
                  <c:v>42194</c:v>
                </c:pt>
                <c:pt idx="557">
                  <c:v>42195</c:v>
                </c:pt>
                <c:pt idx="558">
                  <c:v>42196</c:v>
                </c:pt>
                <c:pt idx="559">
                  <c:v>42197</c:v>
                </c:pt>
                <c:pt idx="560">
                  <c:v>42198</c:v>
                </c:pt>
                <c:pt idx="561">
                  <c:v>42199</c:v>
                </c:pt>
                <c:pt idx="562">
                  <c:v>42200</c:v>
                </c:pt>
                <c:pt idx="563">
                  <c:v>42201</c:v>
                </c:pt>
                <c:pt idx="564">
                  <c:v>42202</c:v>
                </c:pt>
                <c:pt idx="565">
                  <c:v>42203</c:v>
                </c:pt>
                <c:pt idx="566">
                  <c:v>42204</c:v>
                </c:pt>
                <c:pt idx="567">
                  <c:v>42205</c:v>
                </c:pt>
                <c:pt idx="568">
                  <c:v>42206</c:v>
                </c:pt>
                <c:pt idx="569">
                  <c:v>42207</c:v>
                </c:pt>
                <c:pt idx="570">
                  <c:v>42208</c:v>
                </c:pt>
                <c:pt idx="571">
                  <c:v>42209</c:v>
                </c:pt>
                <c:pt idx="572">
                  <c:v>42210</c:v>
                </c:pt>
                <c:pt idx="573">
                  <c:v>42211</c:v>
                </c:pt>
                <c:pt idx="574">
                  <c:v>42212</c:v>
                </c:pt>
                <c:pt idx="575">
                  <c:v>42213</c:v>
                </c:pt>
                <c:pt idx="576">
                  <c:v>42214</c:v>
                </c:pt>
                <c:pt idx="577">
                  <c:v>42215</c:v>
                </c:pt>
                <c:pt idx="578">
                  <c:v>42216</c:v>
                </c:pt>
                <c:pt idx="579">
                  <c:v>42217</c:v>
                </c:pt>
                <c:pt idx="580">
                  <c:v>42218</c:v>
                </c:pt>
                <c:pt idx="581">
                  <c:v>42219</c:v>
                </c:pt>
                <c:pt idx="582">
                  <c:v>42220</c:v>
                </c:pt>
                <c:pt idx="583">
                  <c:v>42221</c:v>
                </c:pt>
                <c:pt idx="584">
                  <c:v>42222</c:v>
                </c:pt>
                <c:pt idx="585">
                  <c:v>42223</c:v>
                </c:pt>
                <c:pt idx="586">
                  <c:v>42224</c:v>
                </c:pt>
                <c:pt idx="587">
                  <c:v>42225</c:v>
                </c:pt>
                <c:pt idx="588">
                  <c:v>42226</c:v>
                </c:pt>
                <c:pt idx="589">
                  <c:v>42227</c:v>
                </c:pt>
                <c:pt idx="590">
                  <c:v>42228</c:v>
                </c:pt>
                <c:pt idx="591">
                  <c:v>42229</c:v>
                </c:pt>
                <c:pt idx="592">
                  <c:v>42230</c:v>
                </c:pt>
                <c:pt idx="593">
                  <c:v>42231</c:v>
                </c:pt>
                <c:pt idx="594">
                  <c:v>42232</c:v>
                </c:pt>
                <c:pt idx="595">
                  <c:v>42233</c:v>
                </c:pt>
                <c:pt idx="596">
                  <c:v>42234</c:v>
                </c:pt>
                <c:pt idx="597">
                  <c:v>42235</c:v>
                </c:pt>
                <c:pt idx="598">
                  <c:v>42236</c:v>
                </c:pt>
                <c:pt idx="599">
                  <c:v>42237</c:v>
                </c:pt>
                <c:pt idx="600">
                  <c:v>42238</c:v>
                </c:pt>
                <c:pt idx="601">
                  <c:v>42239</c:v>
                </c:pt>
                <c:pt idx="602">
                  <c:v>42240</c:v>
                </c:pt>
                <c:pt idx="603">
                  <c:v>42241</c:v>
                </c:pt>
                <c:pt idx="604">
                  <c:v>42242</c:v>
                </c:pt>
                <c:pt idx="605">
                  <c:v>42243</c:v>
                </c:pt>
                <c:pt idx="606">
                  <c:v>42244</c:v>
                </c:pt>
                <c:pt idx="607">
                  <c:v>42245</c:v>
                </c:pt>
                <c:pt idx="608">
                  <c:v>42246</c:v>
                </c:pt>
                <c:pt idx="609">
                  <c:v>42247</c:v>
                </c:pt>
                <c:pt idx="610">
                  <c:v>42248</c:v>
                </c:pt>
                <c:pt idx="611">
                  <c:v>42249</c:v>
                </c:pt>
                <c:pt idx="612">
                  <c:v>42250</c:v>
                </c:pt>
                <c:pt idx="613">
                  <c:v>42251</c:v>
                </c:pt>
                <c:pt idx="614">
                  <c:v>42252</c:v>
                </c:pt>
                <c:pt idx="615">
                  <c:v>42253</c:v>
                </c:pt>
                <c:pt idx="616">
                  <c:v>42254</c:v>
                </c:pt>
                <c:pt idx="617">
                  <c:v>42255</c:v>
                </c:pt>
                <c:pt idx="618">
                  <c:v>42256</c:v>
                </c:pt>
                <c:pt idx="619">
                  <c:v>42257</c:v>
                </c:pt>
                <c:pt idx="620">
                  <c:v>42258</c:v>
                </c:pt>
                <c:pt idx="621">
                  <c:v>42259</c:v>
                </c:pt>
                <c:pt idx="622">
                  <c:v>42260</c:v>
                </c:pt>
                <c:pt idx="623">
                  <c:v>42261</c:v>
                </c:pt>
                <c:pt idx="624">
                  <c:v>42262</c:v>
                </c:pt>
                <c:pt idx="625">
                  <c:v>42263</c:v>
                </c:pt>
                <c:pt idx="626">
                  <c:v>42264</c:v>
                </c:pt>
                <c:pt idx="627">
                  <c:v>42265</c:v>
                </c:pt>
                <c:pt idx="628">
                  <c:v>42266</c:v>
                </c:pt>
                <c:pt idx="629">
                  <c:v>42267</c:v>
                </c:pt>
                <c:pt idx="630">
                  <c:v>42268</c:v>
                </c:pt>
                <c:pt idx="631">
                  <c:v>42269</c:v>
                </c:pt>
                <c:pt idx="632">
                  <c:v>42270</c:v>
                </c:pt>
                <c:pt idx="633">
                  <c:v>42271</c:v>
                </c:pt>
                <c:pt idx="634">
                  <c:v>42272</c:v>
                </c:pt>
                <c:pt idx="635">
                  <c:v>42273</c:v>
                </c:pt>
                <c:pt idx="636">
                  <c:v>42274</c:v>
                </c:pt>
                <c:pt idx="637">
                  <c:v>42275</c:v>
                </c:pt>
                <c:pt idx="638">
                  <c:v>42276</c:v>
                </c:pt>
                <c:pt idx="639">
                  <c:v>42277</c:v>
                </c:pt>
                <c:pt idx="640">
                  <c:v>42278</c:v>
                </c:pt>
                <c:pt idx="641">
                  <c:v>42279</c:v>
                </c:pt>
                <c:pt idx="642">
                  <c:v>42280</c:v>
                </c:pt>
                <c:pt idx="643">
                  <c:v>42281</c:v>
                </c:pt>
                <c:pt idx="644">
                  <c:v>42282</c:v>
                </c:pt>
                <c:pt idx="645">
                  <c:v>42283</c:v>
                </c:pt>
                <c:pt idx="646">
                  <c:v>42284</c:v>
                </c:pt>
                <c:pt idx="647">
                  <c:v>42285</c:v>
                </c:pt>
                <c:pt idx="648">
                  <c:v>42286</c:v>
                </c:pt>
                <c:pt idx="649">
                  <c:v>42287</c:v>
                </c:pt>
                <c:pt idx="650">
                  <c:v>42288</c:v>
                </c:pt>
                <c:pt idx="651">
                  <c:v>42289</c:v>
                </c:pt>
                <c:pt idx="652">
                  <c:v>42290</c:v>
                </c:pt>
                <c:pt idx="653">
                  <c:v>42291</c:v>
                </c:pt>
                <c:pt idx="654">
                  <c:v>42292</c:v>
                </c:pt>
                <c:pt idx="655">
                  <c:v>42293</c:v>
                </c:pt>
                <c:pt idx="656">
                  <c:v>42294</c:v>
                </c:pt>
                <c:pt idx="657">
                  <c:v>42295</c:v>
                </c:pt>
                <c:pt idx="658">
                  <c:v>42296</c:v>
                </c:pt>
                <c:pt idx="659">
                  <c:v>42297</c:v>
                </c:pt>
                <c:pt idx="660">
                  <c:v>42298</c:v>
                </c:pt>
                <c:pt idx="661">
                  <c:v>42299</c:v>
                </c:pt>
                <c:pt idx="662">
                  <c:v>42300</c:v>
                </c:pt>
                <c:pt idx="663">
                  <c:v>42301</c:v>
                </c:pt>
                <c:pt idx="664">
                  <c:v>42302</c:v>
                </c:pt>
                <c:pt idx="665">
                  <c:v>42303</c:v>
                </c:pt>
                <c:pt idx="666">
                  <c:v>42304</c:v>
                </c:pt>
                <c:pt idx="667">
                  <c:v>42305</c:v>
                </c:pt>
                <c:pt idx="668">
                  <c:v>42306</c:v>
                </c:pt>
                <c:pt idx="669">
                  <c:v>42307</c:v>
                </c:pt>
                <c:pt idx="670">
                  <c:v>42308</c:v>
                </c:pt>
                <c:pt idx="671">
                  <c:v>42309</c:v>
                </c:pt>
                <c:pt idx="672">
                  <c:v>42310</c:v>
                </c:pt>
                <c:pt idx="673">
                  <c:v>42311</c:v>
                </c:pt>
                <c:pt idx="674">
                  <c:v>42312</c:v>
                </c:pt>
                <c:pt idx="675">
                  <c:v>42313</c:v>
                </c:pt>
                <c:pt idx="676">
                  <c:v>42314</c:v>
                </c:pt>
                <c:pt idx="677">
                  <c:v>42315</c:v>
                </c:pt>
                <c:pt idx="678">
                  <c:v>42316</c:v>
                </c:pt>
                <c:pt idx="679">
                  <c:v>42317</c:v>
                </c:pt>
                <c:pt idx="680">
                  <c:v>42318</c:v>
                </c:pt>
                <c:pt idx="681">
                  <c:v>42319</c:v>
                </c:pt>
                <c:pt idx="682">
                  <c:v>42320</c:v>
                </c:pt>
                <c:pt idx="683">
                  <c:v>42321</c:v>
                </c:pt>
                <c:pt idx="684">
                  <c:v>42322</c:v>
                </c:pt>
                <c:pt idx="685">
                  <c:v>42323</c:v>
                </c:pt>
                <c:pt idx="686">
                  <c:v>42324</c:v>
                </c:pt>
                <c:pt idx="687">
                  <c:v>42325</c:v>
                </c:pt>
                <c:pt idx="688">
                  <c:v>42326</c:v>
                </c:pt>
                <c:pt idx="689">
                  <c:v>42327</c:v>
                </c:pt>
                <c:pt idx="690">
                  <c:v>42328</c:v>
                </c:pt>
                <c:pt idx="691">
                  <c:v>42329</c:v>
                </c:pt>
                <c:pt idx="692">
                  <c:v>42330</c:v>
                </c:pt>
                <c:pt idx="693">
                  <c:v>42331</c:v>
                </c:pt>
                <c:pt idx="694">
                  <c:v>42332</c:v>
                </c:pt>
                <c:pt idx="695">
                  <c:v>42333</c:v>
                </c:pt>
                <c:pt idx="696">
                  <c:v>42334</c:v>
                </c:pt>
                <c:pt idx="697">
                  <c:v>42335</c:v>
                </c:pt>
                <c:pt idx="698">
                  <c:v>42336</c:v>
                </c:pt>
                <c:pt idx="699">
                  <c:v>42337</c:v>
                </c:pt>
                <c:pt idx="700">
                  <c:v>42338</c:v>
                </c:pt>
                <c:pt idx="701">
                  <c:v>42339</c:v>
                </c:pt>
                <c:pt idx="702">
                  <c:v>42340</c:v>
                </c:pt>
                <c:pt idx="703">
                  <c:v>42341</c:v>
                </c:pt>
                <c:pt idx="704">
                  <c:v>42342</c:v>
                </c:pt>
                <c:pt idx="705">
                  <c:v>42343</c:v>
                </c:pt>
                <c:pt idx="706">
                  <c:v>42344</c:v>
                </c:pt>
                <c:pt idx="707">
                  <c:v>42345</c:v>
                </c:pt>
                <c:pt idx="708">
                  <c:v>42346</c:v>
                </c:pt>
                <c:pt idx="709">
                  <c:v>42347</c:v>
                </c:pt>
                <c:pt idx="710">
                  <c:v>42348</c:v>
                </c:pt>
                <c:pt idx="711">
                  <c:v>42349</c:v>
                </c:pt>
                <c:pt idx="712">
                  <c:v>42350</c:v>
                </c:pt>
                <c:pt idx="713">
                  <c:v>42351</c:v>
                </c:pt>
                <c:pt idx="714">
                  <c:v>42352</c:v>
                </c:pt>
                <c:pt idx="715">
                  <c:v>42353</c:v>
                </c:pt>
                <c:pt idx="716">
                  <c:v>42354</c:v>
                </c:pt>
                <c:pt idx="717">
                  <c:v>42355</c:v>
                </c:pt>
                <c:pt idx="718">
                  <c:v>42356</c:v>
                </c:pt>
                <c:pt idx="719">
                  <c:v>42357</c:v>
                </c:pt>
                <c:pt idx="720">
                  <c:v>42358</c:v>
                </c:pt>
                <c:pt idx="721">
                  <c:v>42359</c:v>
                </c:pt>
                <c:pt idx="722">
                  <c:v>42360</c:v>
                </c:pt>
                <c:pt idx="723">
                  <c:v>42361</c:v>
                </c:pt>
                <c:pt idx="724">
                  <c:v>42362</c:v>
                </c:pt>
                <c:pt idx="725">
                  <c:v>42363</c:v>
                </c:pt>
                <c:pt idx="726">
                  <c:v>42364</c:v>
                </c:pt>
                <c:pt idx="727">
                  <c:v>42365</c:v>
                </c:pt>
                <c:pt idx="728">
                  <c:v>42366</c:v>
                </c:pt>
                <c:pt idx="729">
                  <c:v>42367</c:v>
                </c:pt>
                <c:pt idx="730">
                  <c:v>42368</c:v>
                </c:pt>
                <c:pt idx="731">
                  <c:v>42369</c:v>
                </c:pt>
                <c:pt idx="732">
                  <c:v>42370</c:v>
                </c:pt>
                <c:pt idx="733">
                  <c:v>42371</c:v>
                </c:pt>
                <c:pt idx="734">
                  <c:v>42372</c:v>
                </c:pt>
                <c:pt idx="735">
                  <c:v>42373</c:v>
                </c:pt>
                <c:pt idx="736">
                  <c:v>42374</c:v>
                </c:pt>
                <c:pt idx="737">
                  <c:v>42375</c:v>
                </c:pt>
                <c:pt idx="738">
                  <c:v>42376</c:v>
                </c:pt>
                <c:pt idx="739">
                  <c:v>42377</c:v>
                </c:pt>
                <c:pt idx="740">
                  <c:v>42378</c:v>
                </c:pt>
                <c:pt idx="741">
                  <c:v>42379</c:v>
                </c:pt>
                <c:pt idx="742">
                  <c:v>42380</c:v>
                </c:pt>
                <c:pt idx="743">
                  <c:v>42381</c:v>
                </c:pt>
                <c:pt idx="744">
                  <c:v>42382</c:v>
                </c:pt>
                <c:pt idx="745">
                  <c:v>42383</c:v>
                </c:pt>
                <c:pt idx="746">
                  <c:v>42384</c:v>
                </c:pt>
                <c:pt idx="747">
                  <c:v>42385</c:v>
                </c:pt>
                <c:pt idx="748">
                  <c:v>42386</c:v>
                </c:pt>
                <c:pt idx="749">
                  <c:v>42387</c:v>
                </c:pt>
                <c:pt idx="750">
                  <c:v>42388</c:v>
                </c:pt>
                <c:pt idx="751">
                  <c:v>42389</c:v>
                </c:pt>
                <c:pt idx="752">
                  <c:v>42390</c:v>
                </c:pt>
                <c:pt idx="753">
                  <c:v>42391</c:v>
                </c:pt>
                <c:pt idx="754">
                  <c:v>42392</c:v>
                </c:pt>
                <c:pt idx="755">
                  <c:v>42393</c:v>
                </c:pt>
                <c:pt idx="756">
                  <c:v>42394</c:v>
                </c:pt>
                <c:pt idx="757">
                  <c:v>42395</c:v>
                </c:pt>
                <c:pt idx="758">
                  <c:v>42396</c:v>
                </c:pt>
                <c:pt idx="759">
                  <c:v>42397</c:v>
                </c:pt>
                <c:pt idx="760">
                  <c:v>42398</c:v>
                </c:pt>
                <c:pt idx="761">
                  <c:v>42399</c:v>
                </c:pt>
                <c:pt idx="762">
                  <c:v>42400</c:v>
                </c:pt>
                <c:pt idx="763">
                  <c:v>42401</c:v>
                </c:pt>
                <c:pt idx="764">
                  <c:v>42402</c:v>
                </c:pt>
                <c:pt idx="765">
                  <c:v>42403</c:v>
                </c:pt>
                <c:pt idx="766">
                  <c:v>42404</c:v>
                </c:pt>
                <c:pt idx="767">
                  <c:v>42405</c:v>
                </c:pt>
                <c:pt idx="768">
                  <c:v>42406</c:v>
                </c:pt>
                <c:pt idx="769">
                  <c:v>42407</c:v>
                </c:pt>
                <c:pt idx="770">
                  <c:v>42408</c:v>
                </c:pt>
                <c:pt idx="771">
                  <c:v>42409</c:v>
                </c:pt>
                <c:pt idx="772">
                  <c:v>42410</c:v>
                </c:pt>
                <c:pt idx="773">
                  <c:v>42411</c:v>
                </c:pt>
                <c:pt idx="774">
                  <c:v>42412</c:v>
                </c:pt>
                <c:pt idx="775">
                  <c:v>42413</c:v>
                </c:pt>
                <c:pt idx="776">
                  <c:v>42414</c:v>
                </c:pt>
                <c:pt idx="777">
                  <c:v>42415</c:v>
                </c:pt>
                <c:pt idx="778">
                  <c:v>42416</c:v>
                </c:pt>
                <c:pt idx="779">
                  <c:v>42417</c:v>
                </c:pt>
                <c:pt idx="780">
                  <c:v>42418</c:v>
                </c:pt>
                <c:pt idx="781">
                  <c:v>42419</c:v>
                </c:pt>
                <c:pt idx="782">
                  <c:v>42420</c:v>
                </c:pt>
                <c:pt idx="783">
                  <c:v>42421</c:v>
                </c:pt>
                <c:pt idx="784">
                  <c:v>42422</c:v>
                </c:pt>
                <c:pt idx="785">
                  <c:v>42423</c:v>
                </c:pt>
                <c:pt idx="786">
                  <c:v>42424</c:v>
                </c:pt>
                <c:pt idx="787">
                  <c:v>42425</c:v>
                </c:pt>
                <c:pt idx="788">
                  <c:v>42426</c:v>
                </c:pt>
                <c:pt idx="789">
                  <c:v>42427</c:v>
                </c:pt>
                <c:pt idx="790">
                  <c:v>42428</c:v>
                </c:pt>
                <c:pt idx="791">
                  <c:v>42429</c:v>
                </c:pt>
                <c:pt idx="792">
                  <c:v>42430</c:v>
                </c:pt>
                <c:pt idx="793">
                  <c:v>42431</c:v>
                </c:pt>
                <c:pt idx="794">
                  <c:v>42432</c:v>
                </c:pt>
                <c:pt idx="795">
                  <c:v>42433</c:v>
                </c:pt>
                <c:pt idx="796">
                  <c:v>42434</c:v>
                </c:pt>
                <c:pt idx="797">
                  <c:v>42435</c:v>
                </c:pt>
                <c:pt idx="798">
                  <c:v>42436</c:v>
                </c:pt>
                <c:pt idx="799">
                  <c:v>42437</c:v>
                </c:pt>
                <c:pt idx="800">
                  <c:v>42438</c:v>
                </c:pt>
                <c:pt idx="801">
                  <c:v>42439</c:v>
                </c:pt>
                <c:pt idx="802">
                  <c:v>42440</c:v>
                </c:pt>
                <c:pt idx="803">
                  <c:v>42441</c:v>
                </c:pt>
                <c:pt idx="804">
                  <c:v>42442</c:v>
                </c:pt>
                <c:pt idx="805">
                  <c:v>42443</c:v>
                </c:pt>
                <c:pt idx="806">
                  <c:v>42444</c:v>
                </c:pt>
                <c:pt idx="807">
                  <c:v>42445</c:v>
                </c:pt>
                <c:pt idx="808">
                  <c:v>42446</c:v>
                </c:pt>
                <c:pt idx="809">
                  <c:v>42447</c:v>
                </c:pt>
                <c:pt idx="810">
                  <c:v>42448</c:v>
                </c:pt>
                <c:pt idx="811">
                  <c:v>42449</c:v>
                </c:pt>
                <c:pt idx="812">
                  <c:v>42450</c:v>
                </c:pt>
                <c:pt idx="813">
                  <c:v>42451</c:v>
                </c:pt>
                <c:pt idx="814">
                  <c:v>42452</c:v>
                </c:pt>
                <c:pt idx="815">
                  <c:v>42453</c:v>
                </c:pt>
                <c:pt idx="816">
                  <c:v>42454</c:v>
                </c:pt>
                <c:pt idx="817">
                  <c:v>42455</c:v>
                </c:pt>
                <c:pt idx="818">
                  <c:v>42456</c:v>
                </c:pt>
                <c:pt idx="819">
                  <c:v>42457</c:v>
                </c:pt>
                <c:pt idx="820">
                  <c:v>42458</c:v>
                </c:pt>
                <c:pt idx="821">
                  <c:v>42459</c:v>
                </c:pt>
                <c:pt idx="822">
                  <c:v>42460</c:v>
                </c:pt>
                <c:pt idx="823">
                  <c:v>42461</c:v>
                </c:pt>
                <c:pt idx="824">
                  <c:v>42462</c:v>
                </c:pt>
                <c:pt idx="825">
                  <c:v>42463</c:v>
                </c:pt>
                <c:pt idx="826">
                  <c:v>42464</c:v>
                </c:pt>
                <c:pt idx="827">
                  <c:v>42465</c:v>
                </c:pt>
                <c:pt idx="828">
                  <c:v>42466</c:v>
                </c:pt>
                <c:pt idx="829">
                  <c:v>42467</c:v>
                </c:pt>
                <c:pt idx="830">
                  <c:v>42468</c:v>
                </c:pt>
                <c:pt idx="831">
                  <c:v>42469</c:v>
                </c:pt>
                <c:pt idx="832">
                  <c:v>42470</c:v>
                </c:pt>
                <c:pt idx="833">
                  <c:v>42471</c:v>
                </c:pt>
                <c:pt idx="834">
                  <c:v>42472</c:v>
                </c:pt>
                <c:pt idx="835">
                  <c:v>42473</c:v>
                </c:pt>
                <c:pt idx="836">
                  <c:v>42474</c:v>
                </c:pt>
                <c:pt idx="837">
                  <c:v>42475</c:v>
                </c:pt>
                <c:pt idx="838">
                  <c:v>42476</c:v>
                </c:pt>
                <c:pt idx="839">
                  <c:v>42477</c:v>
                </c:pt>
                <c:pt idx="840">
                  <c:v>42478</c:v>
                </c:pt>
                <c:pt idx="841">
                  <c:v>42479</c:v>
                </c:pt>
                <c:pt idx="842">
                  <c:v>42480</c:v>
                </c:pt>
                <c:pt idx="843">
                  <c:v>42481</c:v>
                </c:pt>
                <c:pt idx="844">
                  <c:v>42482</c:v>
                </c:pt>
                <c:pt idx="845">
                  <c:v>42483</c:v>
                </c:pt>
                <c:pt idx="846">
                  <c:v>42484</c:v>
                </c:pt>
                <c:pt idx="847">
                  <c:v>42485</c:v>
                </c:pt>
                <c:pt idx="848">
                  <c:v>42486</c:v>
                </c:pt>
                <c:pt idx="849">
                  <c:v>42487</c:v>
                </c:pt>
                <c:pt idx="850">
                  <c:v>42488</c:v>
                </c:pt>
                <c:pt idx="851">
                  <c:v>42489</c:v>
                </c:pt>
                <c:pt idx="852">
                  <c:v>42490</c:v>
                </c:pt>
                <c:pt idx="853">
                  <c:v>42491</c:v>
                </c:pt>
                <c:pt idx="854">
                  <c:v>42492</c:v>
                </c:pt>
                <c:pt idx="855">
                  <c:v>42493</c:v>
                </c:pt>
                <c:pt idx="856">
                  <c:v>42494</c:v>
                </c:pt>
                <c:pt idx="857">
                  <c:v>42495</c:v>
                </c:pt>
                <c:pt idx="858">
                  <c:v>42496</c:v>
                </c:pt>
                <c:pt idx="859">
                  <c:v>42497</c:v>
                </c:pt>
                <c:pt idx="860">
                  <c:v>42498</c:v>
                </c:pt>
                <c:pt idx="861">
                  <c:v>42499</c:v>
                </c:pt>
                <c:pt idx="862">
                  <c:v>42500</c:v>
                </c:pt>
                <c:pt idx="863">
                  <c:v>42501</c:v>
                </c:pt>
                <c:pt idx="864">
                  <c:v>42502</c:v>
                </c:pt>
                <c:pt idx="865">
                  <c:v>42503</c:v>
                </c:pt>
                <c:pt idx="866">
                  <c:v>42504</c:v>
                </c:pt>
                <c:pt idx="867">
                  <c:v>42505</c:v>
                </c:pt>
                <c:pt idx="868">
                  <c:v>42506</c:v>
                </c:pt>
                <c:pt idx="869">
                  <c:v>42507</c:v>
                </c:pt>
                <c:pt idx="870">
                  <c:v>42508</c:v>
                </c:pt>
                <c:pt idx="871">
                  <c:v>42509</c:v>
                </c:pt>
                <c:pt idx="872">
                  <c:v>42510</c:v>
                </c:pt>
                <c:pt idx="873">
                  <c:v>42511</c:v>
                </c:pt>
                <c:pt idx="874">
                  <c:v>42512</c:v>
                </c:pt>
                <c:pt idx="875">
                  <c:v>42513</c:v>
                </c:pt>
                <c:pt idx="876">
                  <c:v>42514</c:v>
                </c:pt>
                <c:pt idx="877">
                  <c:v>42515</c:v>
                </c:pt>
                <c:pt idx="878">
                  <c:v>42516</c:v>
                </c:pt>
                <c:pt idx="879">
                  <c:v>42517</c:v>
                </c:pt>
                <c:pt idx="880">
                  <c:v>42518</c:v>
                </c:pt>
                <c:pt idx="881">
                  <c:v>42519</c:v>
                </c:pt>
                <c:pt idx="882">
                  <c:v>42520</c:v>
                </c:pt>
                <c:pt idx="883">
                  <c:v>42521</c:v>
                </c:pt>
                <c:pt idx="884">
                  <c:v>42522</c:v>
                </c:pt>
                <c:pt idx="885">
                  <c:v>42523</c:v>
                </c:pt>
                <c:pt idx="886">
                  <c:v>42524</c:v>
                </c:pt>
                <c:pt idx="887">
                  <c:v>42525</c:v>
                </c:pt>
                <c:pt idx="888">
                  <c:v>42526</c:v>
                </c:pt>
                <c:pt idx="889">
                  <c:v>42527</c:v>
                </c:pt>
                <c:pt idx="890">
                  <c:v>42528</c:v>
                </c:pt>
                <c:pt idx="891">
                  <c:v>42529</c:v>
                </c:pt>
                <c:pt idx="892">
                  <c:v>42530</c:v>
                </c:pt>
                <c:pt idx="893">
                  <c:v>42531</c:v>
                </c:pt>
                <c:pt idx="894">
                  <c:v>42532</c:v>
                </c:pt>
                <c:pt idx="895">
                  <c:v>42533</c:v>
                </c:pt>
                <c:pt idx="896">
                  <c:v>42534</c:v>
                </c:pt>
                <c:pt idx="897">
                  <c:v>42535</c:v>
                </c:pt>
                <c:pt idx="898">
                  <c:v>42536</c:v>
                </c:pt>
                <c:pt idx="899">
                  <c:v>42537</c:v>
                </c:pt>
                <c:pt idx="900">
                  <c:v>42538</c:v>
                </c:pt>
                <c:pt idx="901">
                  <c:v>42539</c:v>
                </c:pt>
                <c:pt idx="902">
                  <c:v>42540</c:v>
                </c:pt>
                <c:pt idx="903">
                  <c:v>42541</c:v>
                </c:pt>
                <c:pt idx="904">
                  <c:v>42542</c:v>
                </c:pt>
                <c:pt idx="905">
                  <c:v>42543</c:v>
                </c:pt>
                <c:pt idx="906">
                  <c:v>42544</c:v>
                </c:pt>
                <c:pt idx="907">
                  <c:v>42545</c:v>
                </c:pt>
                <c:pt idx="908">
                  <c:v>42546</c:v>
                </c:pt>
                <c:pt idx="909">
                  <c:v>42547</c:v>
                </c:pt>
                <c:pt idx="910">
                  <c:v>42548</c:v>
                </c:pt>
                <c:pt idx="911">
                  <c:v>42549</c:v>
                </c:pt>
                <c:pt idx="912">
                  <c:v>42550</c:v>
                </c:pt>
                <c:pt idx="913">
                  <c:v>42551</c:v>
                </c:pt>
                <c:pt idx="914">
                  <c:v>42552</c:v>
                </c:pt>
                <c:pt idx="915">
                  <c:v>42553</c:v>
                </c:pt>
                <c:pt idx="916">
                  <c:v>42554</c:v>
                </c:pt>
                <c:pt idx="917">
                  <c:v>42555</c:v>
                </c:pt>
                <c:pt idx="918">
                  <c:v>42556</c:v>
                </c:pt>
                <c:pt idx="919">
                  <c:v>42557</c:v>
                </c:pt>
                <c:pt idx="920">
                  <c:v>42558</c:v>
                </c:pt>
                <c:pt idx="921">
                  <c:v>42559</c:v>
                </c:pt>
                <c:pt idx="922">
                  <c:v>42560</c:v>
                </c:pt>
                <c:pt idx="923">
                  <c:v>42561</c:v>
                </c:pt>
                <c:pt idx="924">
                  <c:v>42562</c:v>
                </c:pt>
                <c:pt idx="925">
                  <c:v>42563</c:v>
                </c:pt>
                <c:pt idx="926">
                  <c:v>42564</c:v>
                </c:pt>
                <c:pt idx="927">
                  <c:v>42565</c:v>
                </c:pt>
                <c:pt idx="928">
                  <c:v>42566</c:v>
                </c:pt>
                <c:pt idx="929">
                  <c:v>42567</c:v>
                </c:pt>
                <c:pt idx="930">
                  <c:v>42568</c:v>
                </c:pt>
                <c:pt idx="931">
                  <c:v>42569</c:v>
                </c:pt>
                <c:pt idx="932">
                  <c:v>42570</c:v>
                </c:pt>
                <c:pt idx="933">
                  <c:v>42571</c:v>
                </c:pt>
                <c:pt idx="934">
                  <c:v>42572</c:v>
                </c:pt>
                <c:pt idx="935">
                  <c:v>42573</c:v>
                </c:pt>
                <c:pt idx="936">
                  <c:v>42574</c:v>
                </c:pt>
                <c:pt idx="937">
                  <c:v>42575</c:v>
                </c:pt>
                <c:pt idx="938">
                  <c:v>42576</c:v>
                </c:pt>
                <c:pt idx="939">
                  <c:v>42577</c:v>
                </c:pt>
                <c:pt idx="940">
                  <c:v>42578</c:v>
                </c:pt>
                <c:pt idx="941">
                  <c:v>42579</c:v>
                </c:pt>
                <c:pt idx="942">
                  <c:v>42580</c:v>
                </c:pt>
                <c:pt idx="943">
                  <c:v>42581</c:v>
                </c:pt>
                <c:pt idx="944">
                  <c:v>42582</c:v>
                </c:pt>
                <c:pt idx="945">
                  <c:v>42583</c:v>
                </c:pt>
                <c:pt idx="946">
                  <c:v>42584</c:v>
                </c:pt>
                <c:pt idx="947">
                  <c:v>42585</c:v>
                </c:pt>
                <c:pt idx="948">
                  <c:v>42586</c:v>
                </c:pt>
                <c:pt idx="949">
                  <c:v>42587</c:v>
                </c:pt>
                <c:pt idx="950">
                  <c:v>42588</c:v>
                </c:pt>
                <c:pt idx="951">
                  <c:v>42589</c:v>
                </c:pt>
                <c:pt idx="952">
                  <c:v>42590</c:v>
                </c:pt>
                <c:pt idx="953">
                  <c:v>42591</c:v>
                </c:pt>
                <c:pt idx="954">
                  <c:v>42592</c:v>
                </c:pt>
                <c:pt idx="955">
                  <c:v>42593</c:v>
                </c:pt>
                <c:pt idx="956">
                  <c:v>42594</c:v>
                </c:pt>
                <c:pt idx="957">
                  <c:v>42595</c:v>
                </c:pt>
                <c:pt idx="958">
                  <c:v>42596</c:v>
                </c:pt>
                <c:pt idx="959">
                  <c:v>42597</c:v>
                </c:pt>
                <c:pt idx="960">
                  <c:v>42598</c:v>
                </c:pt>
                <c:pt idx="961">
                  <c:v>42599</c:v>
                </c:pt>
                <c:pt idx="962">
                  <c:v>42600</c:v>
                </c:pt>
                <c:pt idx="963">
                  <c:v>42601</c:v>
                </c:pt>
                <c:pt idx="964">
                  <c:v>42602</c:v>
                </c:pt>
                <c:pt idx="965">
                  <c:v>42603</c:v>
                </c:pt>
                <c:pt idx="966">
                  <c:v>42604</c:v>
                </c:pt>
                <c:pt idx="967">
                  <c:v>42605</c:v>
                </c:pt>
                <c:pt idx="968">
                  <c:v>42606</c:v>
                </c:pt>
                <c:pt idx="969">
                  <c:v>42607</c:v>
                </c:pt>
                <c:pt idx="970">
                  <c:v>42608</c:v>
                </c:pt>
                <c:pt idx="971">
                  <c:v>42609</c:v>
                </c:pt>
                <c:pt idx="972">
                  <c:v>42610</c:v>
                </c:pt>
                <c:pt idx="973">
                  <c:v>42611</c:v>
                </c:pt>
                <c:pt idx="974">
                  <c:v>42612</c:v>
                </c:pt>
                <c:pt idx="975">
                  <c:v>42613</c:v>
                </c:pt>
                <c:pt idx="976">
                  <c:v>42614</c:v>
                </c:pt>
                <c:pt idx="977">
                  <c:v>42615</c:v>
                </c:pt>
                <c:pt idx="978">
                  <c:v>42616</c:v>
                </c:pt>
                <c:pt idx="979">
                  <c:v>42617</c:v>
                </c:pt>
                <c:pt idx="980">
                  <c:v>42618</c:v>
                </c:pt>
                <c:pt idx="981">
                  <c:v>42619</c:v>
                </c:pt>
                <c:pt idx="982">
                  <c:v>42620</c:v>
                </c:pt>
                <c:pt idx="983">
                  <c:v>42621</c:v>
                </c:pt>
                <c:pt idx="984">
                  <c:v>42622</c:v>
                </c:pt>
                <c:pt idx="985">
                  <c:v>42623</c:v>
                </c:pt>
                <c:pt idx="986">
                  <c:v>42624</c:v>
                </c:pt>
                <c:pt idx="987">
                  <c:v>42625</c:v>
                </c:pt>
                <c:pt idx="988">
                  <c:v>42626</c:v>
                </c:pt>
                <c:pt idx="989">
                  <c:v>42627</c:v>
                </c:pt>
                <c:pt idx="990">
                  <c:v>42628</c:v>
                </c:pt>
                <c:pt idx="991">
                  <c:v>42629</c:v>
                </c:pt>
                <c:pt idx="992">
                  <c:v>42630</c:v>
                </c:pt>
                <c:pt idx="993">
                  <c:v>42631</c:v>
                </c:pt>
                <c:pt idx="994">
                  <c:v>42632</c:v>
                </c:pt>
                <c:pt idx="995">
                  <c:v>42633</c:v>
                </c:pt>
                <c:pt idx="996">
                  <c:v>42634</c:v>
                </c:pt>
                <c:pt idx="997">
                  <c:v>42635</c:v>
                </c:pt>
                <c:pt idx="998">
                  <c:v>42636</c:v>
                </c:pt>
                <c:pt idx="999">
                  <c:v>42637</c:v>
                </c:pt>
              </c:numCache>
            </c:numRef>
          </c:cat>
          <c:val>
            <c:numRef>
              <c:f>Sheet1!$F$2:$F$1001</c:f>
              <c:numCache>
                <c:formatCode>_("$"* #,##0_);_("$"* \(#,##0\);_("$"* "-"??_);_(@_)</c:formatCode>
                <c:ptCount val="1000"/>
                <c:pt idx="0">
                  <c:v>223937.96789999999</c:v>
                </c:pt>
                <c:pt idx="1">
                  <c:v>300345.48460000003</c:v>
                </c:pt>
                <c:pt idx="2">
                  <c:v>86782.467730000004</c:v>
                </c:pt>
                <c:pt idx="3">
                  <c:v>200173.11679999999</c:v>
                </c:pt>
                <c:pt idx="4">
                  <c:v>326906.07419999997</c:v>
                </c:pt>
                <c:pt idx="5">
                  <c:v>307043.93540000002</c:v>
                </c:pt>
                <c:pt idx="6">
                  <c:v>179188.88449999999</c:v>
                </c:pt>
                <c:pt idx="7">
                  <c:v>306351.9509</c:v>
                </c:pt>
                <c:pt idx="8">
                  <c:v>224020.41</c:v>
                </c:pt>
                <c:pt idx="9">
                  <c:v>101836.4022</c:v>
                </c:pt>
                <c:pt idx="10">
                  <c:v>107804.3049</c:v>
                </c:pt>
                <c:pt idx="11">
                  <c:v>144829.95670000001</c:v>
                </c:pt>
                <c:pt idx="12">
                  <c:v>146571.48240000001</c:v>
                </c:pt>
                <c:pt idx="13">
                  <c:v>95422.37298</c:v>
                </c:pt>
                <c:pt idx="14">
                  <c:v>114883.1738</c:v>
                </c:pt>
                <c:pt idx="15">
                  <c:v>80090.800080000001</c:v>
                </c:pt>
                <c:pt idx="16">
                  <c:v>98945.371159999995</c:v>
                </c:pt>
                <c:pt idx="17">
                  <c:v>84904.901710000006</c:v>
                </c:pt>
                <c:pt idx="18">
                  <c:v>135460.61970000001</c:v>
                </c:pt>
                <c:pt idx="19">
                  <c:v>149925.74969999999</c:v>
                </c:pt>
                <c:pt idx="20">
                  <c:v>74297.307180000003</c:v>
                </c:pt>
                <c:pt idx="21">
                  <c:v>83356.424559999999</c:v>
                </c:pt>
                <c:pt idx="22">
                  <c:v>89922.014290000006</c:v>
                </c:pt>
                <c:pt idx="23">
                  <c:v>57806.302779999998</c:v>
                </c:pt>
                <c:pt idx="24">
                  <c:v>63977.750350000002</c:v>
                </c:pt>
                <c:pt idx="25">
                  <c:v>116958.79979999999</c:v>
                </c:pt>
                <c:pt idx="26">
                  <c:v>155272.8248</c:v>
                </c:pt>
                <c:pt idx="27">
                  <c:v>82885.215909999999</c:v>
                </c:pt>
                <c:pt idx="28">
                  <c:v>72353.425879999995</c:v>
                </c:pt>
                <c:pt idx="29">
                  <c:v>50415.903760000001</c:v>
                </c:pt>
                <c:pt idx="30">
                  <c:v>67458.301890000002</c:v>
                </c:pt>
                <c:pt idx="31">
                  <c:v>64640.369310000002</c:v>
                </c:pt>
                <c:pt idx="32">
                  <c:v>137693.87349999999</c:v>
                </c:pt>
                <c:pt idx="33">
                  <c:v>181209.12849999999</c:v>
                </c:pt>
                <c:pt idx="34">
                  <c:v>113433.58100000001</c:v>
                </c:pt>
                <c:pt idx="35">
                  <c:v>143192.53339999999</c:v>
                </c:pt>
                <c:pt idx="36">
                  <c:v>130126.6499</c:v>
                </c:pt>
                <c:pt idx="37">
                  <c:v>187155.86850000001</c:v>
                </c:pt>
                <c:pt idx="38">
                  <c:v>102314.7096</c:v>
                </c:pt>
                <c:pt idx="39">
                  <c:v>301553.84259999997</c:v>
                </c:pt>
                <c:pt idx="40">
                  <c:v>316073.17749999999</c:v>
                </c:pt>
                <c:pt idx="41">
                  <c:v>135178.04259999999</c:v>
                </c:pt>
                <c:pt idx="42">
                  <c:v>147727.51620000001</c:v>
                </c:pt>
                <c:pt idx="43">
                  <c:v>135498.7464</c:v>
                </c:pt>
                <c:pt idx="44">
                  <c:v>163432.84520000001</c:v>
                </c:pt>
                <c:pt idx="45">
                  <c:v>138291.63329999999</c:v>
                </c:pt>
                <c:pt idx="46">
                  <c:v>336901.37170000002</c:v>
                </c:pt>
                <c:pt idx="47">
                  <c:v>367729.26819999999</c:v>
                </c:pt>
                <c:pt idx="48">
                  <c:v>133913.8414</c:v>
                </c:pt>
                <c:pt idx="49">
                  <c:v>150800.34700000001</c:v>
                </c:pt>
                <c:pt idx="50">
                  <c:v>55591.930339999999</c:v>
                </c:pt>
                <c:pt idx="51">
                  <c:v>106427.1918</c:v>
                </c:pt>
                <c:pt idx="52">
                  <c:v>78940.55442</c:v>
                </c:pt>
                <c:pt idx="53">
                  <c:v>317916.31790000002</c:v>
                </c:pt>
                <c:pt idx="54">
                  <c:v>309217.87560000003</c:v>
                </c:pt>
                <c:pt idx="55">
                  <c:v>138491.54999999999</c:v>
                </c:pt>
                <c:pt idx="56">
                  <c:v>133146.22219999999</c:v>
                </c:pt>
                <c:pt idx="57">
                  <c:v>224994.6562</c:v>
                </c:pt>
                <c:pt idx="58">
                  <c:v>225051.59150000001</c:v>
                </c:pt>
                <c:pt idx="59">
                  <c:v>344299.68239999999</c:v>
                </c:pt>
                <c:pt idx="60">
                  <c:v>661876.5</c:v>
                </c:pt>
                <c:pt idx="61">
                  <c:v>846678.38820000004</c:v>
                </c:pt>
                <c:pt idx="62">
                  <c:v>478902.30489999999</c:v>
                </c:pt>
                <c:pt idx="63">
                  <c:v>538827.20209999999</c:v>
                </c:pt>
                <c:pt idx="64">
                  <c:v>310346.1213</c:v>
                </c:pt>
                <c:pt idx="65">
                  <c:v>256390.52220000001</c:v>
                </c:pt>
                <c:pt idx="66">
                  <c:v>167803.65979999999</c:v>
                </c:pt>
                <c:pt idx="67">
                  <c:v>465318.02149999997</c:v>
                </c:pt>
                <c:pt idx="68">
                  <c:v>520146.74959999998</c:v>
                </c:pt>
                <c:pt idx="69">
                  <c:v>224699.25279999999</c:v>
                </c:pt>
                <c:pt idx="70">
                  <c:v>286230.6789</c:v>
                </c:pt>
                <c:pt idx="71">
                  <c:v>187143.01809999999</c:v>
                </c:pt>
                <c:pt idx="72">
                  <c:v>191700.3891</c:v>
                </c:pt>
                <c:pt idx="73">
                  <c:v>164663.9676</c:v>
                </c:pt>
                <c:pt idx="74">
                  <c:v>395941.34509999998</c:v>
                </c:pt>
                <c:pt idx="75">
                  <c:v>518183.21039999998</c:v>
                </c:pt>
                <c:pt idx="76">
                  <c:v>226617.95490000001</c:v>
                </c:pt>
                <c:pt idx="77">
                  <c:v>243707.8719</c:v>
                </c:pt>
                <c:pt idx="78">
                  <c:v>94849.743799999997</c:v>
                </c:pt>
                <c:pt idx="79">
                  <c:v>92386.783070000005</c:v>
                </c:pt>
                <c:pt idx="80">
                  <c:v>180394.82769999999</c:v>
                </c:pt>
                <c:pt idx="81">
                  <c:v>200939.6924</c:v>
                </c:pt>
                <c:pt idx="82">
                  <c:v>172953.9247</c:v>
                </c:pt>
                <c:pt idx="83">
                  <c:v>70194.799540000007</c:v>
                </c:pt>
                <c:pt idx="84">
                  <c:v>81378.214630000002</c:v>
                </c:pt>
                <c:pt idx="85">
                  <c:v>130227.0147</c:v>
                </c:pt>
                <c:pt idx="86">
                  <c:v>125310.0364</c:v>
                </c:pt>
                <c:pt idx="87">
                  <c:v>119452.33960000001</c:v>
                </c:pt>
                <c:pt idx="88">
                  <c:v>276174.76929999999</c:v>
                </c:pt>
                <c:pt idx="89">
                  <c:v>357369.26689999999</c:v>
                </c:pt>
                <c:pt idx="90">
                  <c:v>163865.4903</c:v>
                </c:pt>
                <c:pt idx="91">
                  <c:v>190719.6145</c:v>
                </c:pt>
                <c:pt idx="92">
                  <c:v>244535.2052</c:v>
                </c:pt>
                <c:pt idx="93">
                  <c:v>155620.50380000001</c:v>
                </c:pt>
                <c:pt idx="94">
                  <c:v>136001.97820000001</c:v>
                </c:pt>
                <c:pt idx="95">
                  <c:v>190559.88750000001</c:v>
                </c:pt>
                <c:pt idx="96">
                  <c:v>217110.5025</c:v>
                </c:pt>
                <c:pt idx="97">
                  <c:v>119190.1</c:v>
                </c:pt>
                <c:pt idx="98">
                  <c:v>131910.19750000001</c:v>
                </c:pt>
                <c:pt idx="99">
                  <c:v>118921.3077</c:v>
                </c:pt>
                <c:pt idx="100">
                  <c:v>124828.2828</c:v>
                </c:pt>
                <c:pt idx="101">
                  <c:v>179326.4902</c:v>
                </c:pt>
                <c:pt idx="102">
                  <c:v>318949.81709999999</c:v>
                </c:pt>
                <c:pt idx="103">
                  <c:v>375031.10930000001</c:v>
                </c:pt>
                <c:pt idx="104">
                  <c:v>166393.54070000001</c:v>
                </c:pt>
                <c:pt idx="105">
                  <c:v>193652.3278</c:v>
                </c:pt>
                <c:pt idx="106">
                  <c:v>249805.5172</c:v>
                </c:pt>
                <c:pt idx="107">
                  <c:v>294023.41090000002</c:v>
                </c:pt>
                <c:pt idx="108">
                  <c:v>612236.00580000004</c:v>
                </c:pt>
                <c:pt idx="109">
                  <c:v>464815.51789999998</c:v>
                </c:pt>
                <c:pt idx="110">
                  <c:v>360480.94040000002</c:v>
                </c:pt>
                <c:pt idx="111">
                  <c:v>114279.5773</c:v>
                </c:pt>
                <c:pt idx="112">
                  <c:v>161170.8204</c:v>
                </c:pt>
                <c:pt idx="113">
                  <c:v>182483.1465</c:v>
                </c:pt>
                <c:pt idx="114">
                  <c:v>109358.41250000001</c:v>
                </c:pt>
                <c:pt idx="115">
                  <c:v>98430.114109999995</c:v>
                </c:pt>
                <c:pt idx="116">
                  <c:v>295741.34700000001</c:v>
                </c:pt>
                <c:pt idx="117">
                  <c:v>285053.97989999998</c:v>
                </c:pt>
                <c:pt idx="118">
                  <c:v>124964.7965</c:v>
                </c:pt>
                <c:pt idx="119">
                  <c:v>124175.80839999999</c:v>
                </c:pt>
                <c:pt idx="120">
                  <c:v>131842.5716</c:v>
                </c:pt>
                <c:pt idx="121">
                  <c:v>154850.05729999999</c:v>
                </c:pt>
                <c:pt idx="122">
                  <c:v>180294.26869999999</c:v>
                </c:pt>
                <c:pt idx="123">
                  <c:v>163849.03580000001</c:v>
                </c:pt>
                <c:pt idx="124">
                  <c:v>131436.79240000001</c:v>
                </c:pt>
                <c:pt idx="125">
                  <c:v>93082.043959999995</c:v>
                </c:pt>
                <c:pt idx="126">
                  <c:v>110887.01330000001</c:v>
                </c:pt>
                <c:pt idx="127">
                  <c:v>119385.5754</c:v>
                </c:pt>
                <c:pt idx="128">
                  <c:v>91719.589380000005</c:v>
                </c:pt>
                <c:pt idx="129">
                  <c:v>96335.448950000005</c:v>
                </c:pt>
                <c:pt idx="130">
                  <c:v>303226.29840000003</c:v>
                </c:pt>
                <c:pt idx="131">
                  <c:v>431695.70919999998</c:v>
                </c:pt>
                <c:pt idx="132">
                  <c:v>200407.27710000001</c:v>
                </c:pt>
                <c:pt idx="133">
                  <c:v>183413.7083</c:v>
                </c:pt>
                <c:pt idx="134">
                  <c:v>146166.6011</c:v>
                </c:pt>
                <c:pt idx="135">
                  <c:v>201120.72760000001</c:v>
                </c:pt>
                <c:pt idx="136">
                  <c:v>270123.55080000003</c:v>
                </c:pt>
                <c:pt idx="137">
                  <c:v>415315.38390000002</c:v>
                </c:pt>
                <c:pt idx="138">
                  <c:v>498716.9976</c:v>
                </c:pt>
                <c:pt idx="139">
                  <c:v>166433.1721</c:v>
                </c:pt>
                <c:pt idx="140">
                  <c:v>168520.62940000001</c:v>
                </c:pt>
                <c:pt idx="141">
                  <c:v>178123.53210000001</c:v>
                </c:pt>
                <c:pt idx="142">
                  <c:v>194878.8026</c:v>
                </c:pt>
                <c:pt idx="143">
                  <c:v>115475.0969</c:v>
                </c:pt>
                <c:pt idx="144">
                  <c:v>430521.0245</c:v>
                </c:pt>
                <c:pt idx="145">
                  <c:v>590642.82570000004</c:v>
                </c:pt>
                <c:pt idx="146">
                  <c:v>210764.71799999999</c:v>
                </c:pt>
                <c:pt idx="147">
                  <c:v>218189.34849999999</c:v>
                </c:pt>
                <c:pt idx="148">
                  <c:v>226132.4639</c:v>
                </c:pt>
                <c:pt idx="149">
                  <c:v>243720.86799999999</c:v>
                </c:pt>
                <c:pt idx="150">
                  <c:v>207429.429</c:v>
                </c:pt>
                <c:pt idx="151">
                  <c:v>503149.4313</c:v>
                </c:pt>
                <c:pt idx="152">
                  <c:v>603748.78949999996</c:v>
                </c:pt>
                <c:pt idx="153">
                  <c:v>456017.46309999999</c:v>
                </c:pt>
                <c:pt idx="154">
                  <c:v>425845.196</c:v>
                </c:pt>
                <c:pt idx="155">
                  <c:v>328217.77</c:v>
                </c:pt>
                <c:pt idx="156">
                  <c:v>286405.9988</c:v>
                </c:pt>
                <c:pt idx="157">
                  <c:v>184989.88870000001</c:v>
                </c:pt>
                <c:pt idx="158">
                  <c:v>288118.30440000002</c:v>
                </c:pt>
                <c:pt idx="159">
                  <c:v>391930.87800000003</c:v>
                </c:pt>
                <c:pt idx="160">
                  <c:v>193772.58110000001</c:v>
                </c:pt>
                <c:pt idx="161">
                  <c:v>214177.9834</c:v>
                </c:pt>
                <c:pt idx="162">
                  <c:v>188334.52119999999</c:v>
                </c:pt>
                <c:pt idx="163">
                  <c:v>174324.99479999999</c:v>
                </c:pt>
                <c:pt idx="164">
                  <c:v>200271.5643</c:v>
                </c:pt>
                <c:pt idx="165">
                  <c:v>468701.63020000001</c:v>
                </c:pt>
                <c:pt idx="166">
                  <c:v>473425.75420000002</c:v>
                </c:pt>
                <c:pt idx="167">
                  <c:v>224232.1214</c:v>
                </c:pt>
                <c:pt idx="168">
                  <c:v>185606.27499999999</c:v>
                </c:pt>
                <c:pt idx="169">
                  <c:v>212687.50940000001</c:v>
                </c:pt>
                <c:pt idx="170">
                  <c:v>184259.6924</c:v>
                </c:pt>
                <c:pt idx="171">
                  <c:v>113735.8162</c:v>
                </c:pt>
                <c:pt idx="172">
                  <c:v>203165.08300000001</c:v>
                </c:pt>
                <c:pt idx="173">
                  <c:v>203345.24460000001</c:v>
                </c:pt>
                <c:pt idx="174">
                  <c:v>134944.489</c:v>
                </c:pt>
                <c:pt idx="175">
                  <c:v>138298.2102</c:v>
                </c:pt>
                <c:pt idx="176">
                  <c:v>36692.679859999997</c:v>
                </c:pt>
                <c:pt idx="177">
                  <c:v>56077.542690000002</c:v>
                </c:pt>
                <c:pt idx="178">
                  <c:v>55780.707450000002</c:v>
                </c:pt>
                <c:pt idx="179">
                  <c:v>131721.2383</c:v>
                </c:pt>
                <c:pt idx="180">
                  <c:v>146169.0766</c:v>
                </c:pt>
                <c:pt idx="181">
                  <c:v>62073.58541</c:v>
                </c:pt>
                <c:pt idx="182">
                  <c:v>93619.846990000005</c:v>
                </c:pt>
                <c:pt idx="183">
                  <c:v>180183.03140000001</c:v>
                </c:pt>
                <c:pt idx="184">
                  <c:v>104760.7062</c:v>
                </c:pt>
                <c:pt idx="185">
                  <c:v>93450.533679999993</c:v>
                </c:pt>
                <c:pt idx="186">
                  <c:v>98087.555900000007</c:v>
                </c:pt>
                <c:pt idx="187">
                  <c:v>117562.2629</c:v>
                </c:pt>
                <c:pt idx="188">
                  <c:v>70153.080969999995</c:v>
                </c:pt>
                <c:pt idx="189">
                  <c:v>68918.415290000004</c:v>
                </c:pt>
                <c:pt idx="190">
                  <c:v>108417.4028</c:v>
                </c:pt>
                <c:pt idx="191">
                  <c:v>81802.608210000006</c:v>
                </c:pt>
                <c:pt idx="192">
                  <c:v>103998.5597</c:v>
                </c:pt>
                <c:pt idx="193">
                  <c:v>134018.08929999999</c:v>
                </c:pt>
                <c:pt idx="194">
                  <c:v>99277.299499999994</c:v>
                </c:pt>
                <c:pt idx="195">
                  <c:v>49705.232000000004</c:v>
                </c:pt>
                <c:pt idx="196">
                  <c:v>75384.574550000005</c:v>
                </c:pt>
                <c:pt idx="197">
                  <c:v>110288.23420000001</c:v>
                </c:pt>
                <c:pt idx="198">
                  <c:v>156536.6862</c:v>
                </c:pt>
                <c:pt idx="199">
                  <c:v>80823.059200000003</c:v>
                </c:pt>
                <c:pt idx="200">
                  <c:v>124615.6856</c:v>
                </c:pt>
                <c:pt idx="201">
                  <c:v>242758.95050000001</c:v>
                </c:pt>
                <c:pt idx="202">
                  <c:v>85078.243690000003</c:v>
                </c:pt>
                <c:pt idx="203">
                  <c:v>86738.067429999996</c:v>
                </c:pt>
                <c:pt idx="204">
                  <c:v>56673.615810000003</c:v>
                </c:pt>
                <c:pt idx="205">
                  <c:v>165742.17050000001</c:v>
                </c:pt>
                <c:pt idx="206">
                  <c:v>95618.248800000001</c:v>
                </c:pt>
                <c:pt idx="207">
                  <c:v>515698.79580000002</c:v>
                </c:pt>
                <c:pt idx="208">
                  <c:v>562590.3665</c:v>
                </c:pt>
                <c:pt idx="209">
                  <c:v>266305.92589999997</c:v>
                </c:pt>
                <c:pt idx="210">
                  <c:v>292634.74570000003</c:v>
                </c:pt>
                <c:pt idx="211">
                  <c:v>212360.99309999999</c:v>
                </c:pt>
                <c:pt idx="212">
                  <c:v>198019.3321</c:v>
                </c:pt>
                <c:pt idx="213">
                  <c:v>295508.3273</c:v>
                </c:pt>
                <c:pt idx="214">
                  <c:v>611894.67319999996</c:v>
                </c:pt>
                <c:pt idx="215">
                  <c:v>628685.21880000003</c:v>
                </c:pt>
                <c:pt idx="216">
                  <c:v>307272.68369999999</c:v>
                </c:pt>
                <c:pt idx="217">
                  <c:v>362106.53259999998</c:v>
                </c:pt>
                <c:pt idx="218">
                  <c:v>262349.59100000001</c:v>
                </c:pt>
                <c:pt idx="219">
                  <c:v>80697.9035</c:v>
                </c:pt>
                <c:pt idx="220">
                  <c:v>103272.62270000001</c:v>
                </c:pt>
                <c:pt idx="221">
                  <c:v>439421.42210000003</c:v>
                </c:pt>
                <c:pt idx="222">
                  <c:v>408616.35060000001</c:v>
                </c:pt>
                <c:pt idx="223">
                  <c:v>195866.77299999999</c:v>
                </c:pt>
                <c:pt idx="224">
                  <c:v>232347.35320000001</c:v>
                </c:pt>
                <c:pt idx="225">
                  <c:v>190325.18109999999</c:v>
                </c:pt>
                <c:pt idx="226">
                  <c:v>197698.11859999999</c:v>
                </c:pt>
                <c:pt idx="227">
                  <c:v>177908.83559999999</c:v>
                </c:pt>
                <c:pt idx="228">
                  <c:v>473321.88250000001</c:v>
                </c:pt>
                <c:pt idx="229">
                  <c:v>541600.8922</c:v>
                </c:pt>
                <c:pt idx="230">
                  <c:v>239513.97899999999</c:v>
                </c:pt>
                <c:pt idx="231">
                  <c:v>255224.22260000001</c:v>
                </c:pt>
                <c:pt idx="232">
                  <c:v>160372.03969999999</c:v>
                </c:pt>
                <c:pt idx="233">
                  <c:v>171587.33230000001</c:v>
                </c:pt>
                <c:pt idx="234">
                  <c:v>164208.0606</c:v>
                </c:pt>
                <c:pt idx="235">
                  <c:v>376778.8357</c:v>
                </c:pt>
                <c:pt idx="236">
                  <c:v>453633.47399999999</c:v>
                </c:pt>
                <c:pt idx="237">
                  <c:v>214392.40090000001</c:v>
                </c:pt>
                <c:pt idx="238">
                  <c:v>316404.06229999999</c:v>
                </c:pt>
                <c:pt idx="239">
                  <c:v>242824.5013</c:v>
                </c:pt>
                <c:pt idx="240">
                  <c:v>274712.25329999998</c:v>
                </c:pt>
                <c:pt idx="241">
                  <c:v>258066.16940000001</c:v>
                </c:pt>
                <c:pt idx="242">
                  <c:v>594007.2132</c:v>
                </c:pt>
                <c:pt idx="243">
                  <c:v>717096.71279999998</c:v>
                </c:pt>
                <c:pt idx="244">
                  <c:v>358170.9963</c:v>
                </c:pt>
                <c:pt idx="245">
                  <c:v>594953.63489999995</c:v>
                </c:pt>
                <c:pt idx="246">
                  <c:v>469469.94099999999</c:v>
                </c:pt>
                <c:pt idx="247">
                  <c:v>464067.79930000001</c:v>
                </c:pt>
                <c:pt idx="248">
                  <c:v>312311.95400000003</c:v>
                </c:pt>
                <c:pt idx="249">
                  <c:v>501279.00040000002</c:v>
                </c:pt>
                <c:pt idx="250">
                  <c:v>552703.90379999997</c:v>
                </c:pt>
                <c:pt idx="251">
                  <c:v>234153.7622</c:v>
                </c:pt>
                <c:pt idx="252">
                  <c:v>244481.49770000001</c:v>
                </c:pt>
                <c:pt idx="253">
                  <c:v>122749.63529999999</c:v>
                </c:pt>
                <c:pt idx="254">
                  <c:v>78736.402839999995</c:v>
                </c:pt>
                <c:pt idx="255">
                  <c:v>70875.110669999995</c:v>
                </c:pt>
                <c:pt idx="256">
                  <c:v>148634.39139999999</c:v>
                </c:pt>
                <c:pt idx="257">
                  <c:v>171724.82879999999</c:v>
                </c:pt>
                <c:pt idx="258">
                  <c:v>86435.698829999994</c:v>
                </c:pt>
                <c:pt idx="259">
                  <c:v>120236.1827</c:v>
                </c:pt>
                <c:pt idx="260">
                  <c:v>83204.196689999997</c:v>
                </c:pt>
                <c:pt idx="261">
                  <c:v>73768.034729999999</c:v>
                </c:pt>
                <c:pt idx="262">
                  <c:v>69425.445120000004</c:v>
                </c:pt>
                <c:pt idx="263">
                  <c:v>137154.9541</c:v>
                </c:pt>
                <c:pt idx="264">
                  <c:v>153569.0619</c:v>
                </c:pt>
                <c:pt idx="265">
                  <c:v>75633.320590000003</c:v>
                </c:pt>
                <c:pt idx="266">
                  <c:v>90815.929810000001</c:v>
                </c:pt>
                <c:pt idx="267">
                  <c:v>110118.15640000001</c:v>
                </c:pt>
                <c:pt idx="268">
                  <c:v>209908.38310000001</c:v>
                </c:pt>
                <c:pt idx="269">
                  <c:v>358365.68300000002</c:v>
                </c:pt>
                <c:pt idx="270">
                  <c:v>585463.99600000004</c:v>
                </c:pt>
                <c:pt idx="271">
                  <c:v>617019.09149999998</c:v>
                </c:pt>
                <c:pt idx="272">
                  <c:v>283850.59710000001</c:v>
                </c:pt>
                <c:pt idx="273">
                  <c:v>264317.11040000001</c:v>
                </c:pt>
                <c:pt idx="274">
                  <c:v>358024.98129999998</c:v>
                </c:pt>
                <c:pt idx="275">
                  <c:v>594438.28079999995</c:v>
                </c:pt>
                <c:pt idx="276">
                  <c:v>470507.663</c:v>
                </c:pt>
                <c:pt idx="277">
                  <c:v>518693.52870000002</c:v>
                </c:pt>
                <c:pt idx="278">
                  <c:v>656245.8284</c:v>
                </c:pt>
                <c:pt idx="279">
                  <c:v>280055.1177</c:v>
                </c:pt>
                <c:pt idx="280">
                  <c:v>375648.01750000002</c:v>
                </c:pt>
                <c:pt idx="281">
                  <c:v>78111.716459999996</c:v>
                </c:pt>
                <c:pt idx="282">
                  <c:v>70509.132790000003</c:v>
                </c:pt>
                <c:pt idx="283">
                  <c:v>103281.311</c:v>
                </c:pt>
                <c:pt idx="284">
                  <c:v>179841.43179999999</c:v>
                </c:pt>
                <c:pt idx="285">
                  <c:v>138038.23980000001</c:v>
                </c:pt>
                <c:pt idx="286">
                  <c:v>61037.562230000003</c:v>
                </c:pt>
                <c:pt idx="287">
                  <c:v>86799.759449999998</c:v>
                </c:pt>
                <c:pt idx="288">
                  <c:v>69570.501470000003</c:v>
                </c:pt>
                <c:pt idx="289">
                  <c:v>130476.3553</c:v>
                </c:pt>
                <c:pt idx="290">
                  <c:v>95229.773480000003</c:v>
                </c:pt>
                <c:pt idx="291">
                  <c:v>121057.8613</c:v>
                </c:pt>
                <c:pt idx="292">
                  <c:v>169498.91639999999</c:v>
                </c:pt>
                <c:pt idx="293">
                  <c:v>90692.375880000007</c:v>
                </c:pt>
                <c:pt idx="294">
                  <c:v>101723.91499999999</c:v>
                </c:pt>
                <c:pt idx="295">
                  <c:v>103395.69130000001</c:v>
                </c:pt>
                <c:pt idx="296">
                  <c:v>99075.599100000007</c:v>
                </c:pt>
                <c:pt idx="297">
                  <c:v>97476.144719999997</c:v>
                </c:pt>
                <c:pt idx="298">
                  <c:v>248974.65280000001</c:v>
                </c:pt>
                <c:pt idx="299">
                  <c:v>302721.68329999998</c:v>
                </c:pt>
                <c:pt idx="300">
                  <c:v>128520.72779999999</c:v>
                </c:pt>
                <c:pt idx="301">
                  <c:v>145185.2683</c:v>
                </c:pt>
                <c:pt idx="302">
                  <c:v>89527.556630000006</c:v>
                </c:pt>
                <c:pt idx="303">
                  <c:v>81991.882840000006</c:v>
                </c:pt>
                <c:pt idx="304">
                  <c:v>69704.491110000003</c:v>
                </c:pt>
                <c:pt idx="305">
                  <c:v>166652.39480000001</c:v>
                </c:pt>
                <c:pt idx="306">
                  <c:v>247453.10219999999</c:v>
                </c:pt>
                <c:pt idx="307">
                  <c:v>148476.18119999999</c:v>
                </c:pt>
                <c:pt idx="308">
                  <c:v>205368.92259999999</c:v>
                </c:pt>
                <c:pt idx="309">
                  <c:v>99244.681849999994</c:v>
                </c:pt>
                <c:pt idx="310">
                  <c:v>72756.863100000002</c:v>
                </c:pt>
                <c:pt idx="311">
                  <c:v>86867.458079999997</c:v>
                </c:pt>
                <c:pt idx="312">
                  <c:v>140167.8039</c:v>
                </c:pt>
                <c:pt idx="313">
                  <c:v>160727.3028</c:v>
                </c:pt>
                <c:pt idx="314">
                  <c:v>74115.628779999999</c:v>
                </c:pt>
                <c:pt idx="315">
                  <c:v>76103.291519999999</c:v>
                </c:pt>
                <c:pt idx="316">
                  <c:v>56303.366569999998</c:v>
                </c:pt>
                <c:pt idx="317">
                  <c:v>49436.815860000002</c:v>
                </c:pt>
                <c:pt idx="318">
                  <c:v>55033.1224</c:v>
                </c:pt>
                <c:pt idx="319">
                  <c:v>149808.16589999999</c:v>
                </c:pt>
                <c:pt idx="320">
                  <c:v>180685.51070000001</c:v>
                </c:pt>
                <c:pt idx="321">
                  <c:v>75871.43677</c:v>
                </c:pt>
                <c:pt idx="322">
                  <c:v>86313.334080000001</c:v>
                </c:pt>
                <c:pt idx="323">
                  <c:v>62631.798750000002</c:v>
                </c:pt>
                <c:pt idx="324">
                  <c:v>48529.103360000001</c:v>
                </c:pt>
                <c:pt idx="325">
                  <c:v>51040.881370000003</c:v>
                </c:pt>
                <c:pt idx="326">
                  <c:v>53973.92224</c:v>
                </c:pt>
                <c:pt idx="327">
                  <c:v>47497.982530000001</c:v>
                </c:pt>
                <c:pt idx="328">
                  <c:v>31219.951529999998</c:v>
                </c:pt>
                <c:pt idx="329">
                  <c:v>26870.32387</c:v>
                </c:pt>
                <c:pt idx="330">
                  <c:v>40530.642290000003</c:v>
                </c:pt>
                <c:pt idx="331">
                  <c:v>30371.431339999999</c:v>
                </c:pt>
                <c:pt idx="332">
                  <c:v>37776.658770000002</c:v>
                </c:pt>
                <c:pt idx="333">
                  <c:v>46818.205320000001</c:v>
                </c:pt>
                <c:pt idx="334">
                  <c:v>88321.625549999997</c:v>
                </c:pt>
                <c:pt idx="335">
                  <c:v>101037.8278</c:v>
                </c:pt>
                <c:pt idx="336">
                  <c:v>105100.6676</c:v>
                </c:pt>
                <c:pt idx="337">
                  <c:v>88219.52549</c:v>
                </c:pt>
                <c:pt idx="338">
                  <c:v>71590.369290000002</c:v>
                </c:pt>
                <c:pt idx="339">
                  <c:v>54996.62169</c:v>
                </c:pt>
                <c:pt idx="340">
                  <c:v>77884.18161</c:v>
                </c:pt>
                <c:pt idx="341">
                  <c:v>150370.11670000001</c:v>
                </c:pt>
                <c:pt idx="342">
                  <c:v>104675.37609999999</c:v>
                </c:pt>
                <c:pt idx="343">
                  <c:v>90121.530480000001</c:v>
                </c:pt>
                <c:pt idx="344">
                  <c:v>75425.443700000003</c:v>
                </c:pt>
                <c:pt idx="345">
                  <c:v>161844.8094</c:v>
                </c:pt>
                <c:pt idx="346">
                  <c:v>158603.35699999999</c:v>
                </c:pt>
                <c:pt idx="347">
                  <c:v>279092.09600000002</c:v>
                </c:pt>
                <c:pt idx="348">
                  <c:v>369350.98950000003</c:v>
                </c:pt>
                <c:pt idx="349">
                  <c:v>177500.10769999999</c:v>
                </c:pt>
                <c:pt idx="350">
                  <c:v>282246.6287</c:v>
                </c:pt>
                <c:pt idx="351">
                  <c:v>166037.92569999999</c:v>
                </c:pt>
                <c:pt idx="352">
                  <c:v>148910.99840000001</c:v>
                </c:pt>
                <c:pt idx="353">
                  <c:v>202359.14290000001</c:v>
                </c:pt>
                <c:pt idx="354">
                  <c:v>274343.65429999999</c:v>
                </c:pt>
                <c:pt idx="355">
                  <c:v>316167.0747</c:v>
                </c:pt>
                <c:pt idx="356">
                  <c:v>173833.4001</c:v>
                </c:pt>
                <c:pt idx="357">
                  <c:v>204565.08180000001</c:v>
                </c:pt>
                <c:pt idx="358">
                  <c:v>316394.73090000002</c:v>
                </c:pt>
                <c:pt idx="359">
                  <c:v>486230.32020000002</c:v>
                </c:pt>
                <c:pt idx="360">
                  <c:v>137686.53210000001</c:v>
                </c:pt>
                <c:pt idx="361">
                  <c:v>48102.96241</c:v>
                </c:pt>
                <c:pt idx="362">
                  <c:v>110162.132</c:v>
                </c:pt>
                <c:pt idx="363">
                  <c:v>69051.337090000001</c:v>
                </c:pt>
                <c:pt idx="364">
                  <c:v>133307.36900000001</c:v>
                </c:pt>
                <c:pt idx="365">
                  <c:v>216389.5043</c:v>
                </c:pt>
                <c:pt idx="366">
                  <c:v>365055.31199999998</c:v>
                </c:pt>
                <c:pt idx="367">
                  <c:v>112161.41959999999</c:v>
                </c:pt>
                <c:pt idx="368">
                  <c:v>271101.46169999999</c:v>
                </c:pt>
                <c:pt idx="369">
                  <c:v>245813.28829999999</c:v>
                </c:pt>
                <c:pt idx="370">
                  <c:v>178394.81200000001</c:v>
                </c:pt>
                <c:pt idx="371">
                  <c:v>220443.63149999999</c:v>
                </c:pt>
                <c:pt idx="372">
                  <c:v>181534.1887</c:v>
                </c:pt>
                <c:pt idx="373">
                  <c:v>83176.481390000001</c:v>
                </c:pt>
                <c:pt idx="374">
                  <c:v>76894.779349999997</c:v>
                </c:pt>
                <c:pt idx="375">
                  <c:v>123859.38800000001</c:v>
                </c:pt>
                <c:pt idx="376">
                  <c:v>120807.5742</c:v>
                </c:pt>
                <c:pt idx="377">
                  <c:v>69597.36735</c:v>
                </c:pt>
                <c:pt idx="378">
                  <c:v>84738.294410000002</c:v>
                </c:pt>
                <c:pt idx="379">
                  <c:v>64653.972139999998</c:v>
                </c:pt>
                <c:pt idx="380">
                  <c:v>59553.386030000001</c:v>
                </c:pt>
                <c:pt idx="381">
                  <c:v>79080.756959999999</c:v>
                </c:pt>
                <c:pt idx="382">
                  <c:v>149444.05679999999</c:v>
                </c:pt>
                <c:pt idx="383">
                  <c:v>170624.07990000001</c:v>
                </c:pt>
                <c:pt idx="384">
                  <c:v>74744.283150000003</c:v>
                </c:pt>
                <c:pt idx="385">
                  <c:v>90144.161399999997</c:v>
                </c:pt>
                <c:pt idx="386">
                  <c:v>97826.808799999999</c:v>
                </c:pt>
                <c:pt idx="387">
                  <c:v>62795.979149999999</c:v>
                </c:pt>
                <c:pt idx="388">
                  <c:v>66550.989830000006</c:v>
                </c:pt>
                <c:pt idx="389">
                  <c:v>154670.89069999999</c:v>
                </c:pt>
                <c:pt idx="390">
                  <c:v>158722.10560000001</c:v>
                </c:pt>
                <c:pt idx="391">
                  <c:v>78092.276920000004</c:v>
                </c:pt>
                <c:pt idx="392">
                  <c:v>91830.402040000001</c:v>
                </c:pt>
                <c:pt idx="393">
                  <c:v>76992.935679999995</c:v>
                </c:pt>
                <c:pt idx="394">
                  <c:v>59897.715880000003</c:v>
                </c:pt>
                <c:pt idx="395">
                  <c:v>57310.194040000002</c:v>
                </c:pt>
                <c:pt idx="396">
                  <c:v>134540.2145</c:v>
                </c:pt>
                <c:pt idx="397">
                  <c:v>200193.61199999999</c:v>
                </c:pt>
                <c:pt idx="398">
                  <c:v>171469.93049999999</c:v>
                </c:pt>
                <c:pt idx="399">
                  <c:v>151737.2188</c:v>
                </c:pt>
                <c:pt idx="400">
                  <c:v>102072.4434</c:v>
                </c:pt>
                <c:pt idx="401">
                  <c:v>82514.105119999993</c:v>
                </c:pt>
                <c:pt idx="402">
                  <c:v>46211.332459999998</c:v>
                </c:pt>
                <c:pt idx="403">
                  <c:v>85730.414810000002</c:v>
                </c:pt>
                <c:pt idx="404">
                  <c:v>105918.2933</c:v>
                </c:pt>
                <c:pt idx="405">
                  <c:v>73041.660870000007</c:v>
                </c:pt>
                <c:pt idx="406">
                  <c:v>97908.547099999996</c:v>
                </c:pt>
                <c:pt idx="407">
                  <c:v>138667.41589999999</c:v>
                </c:pt>
                <c:pt idx="408">
                  <c:v>162162.1035</c:v>
                </c:pt>
                <c:pt idx="409">
                  <c:v>138520.1268</c:v>
                </c:pt>
                <c:pt idx="410">
                  <c:v>358597.42849999998</c:v>
                </c:pt>
                <c:pt idx="411">
                  <c:v>424009.88250000001</c:v>
                </c:pt>
                <c:pt idx="412">
                  <c:v>203861.4724</c:v>
                </c:pt>
                <c:pt idx="413">
                  <c:v>220506.20929999999</c:v>
                </c:pt>
                <c:pt idx="414">
                  <c:v>139935.93700000001</c:v>
                </c:pt>
                <c:pt idx="415">
                  <c:v>161064.75229999999</c:v>
                </c:pt>
                <c:pt idx="416">
                  <c:v>144328.54519999999</c:v>
                </c:pt>
                <c:pt idx="417">
                  <c:v>293071.75919999997</c:v>
                </c:pt>
                <c:pt idx="418">
                  <c:v>267782.15399999998</c:v>
                </c:pt>
                <c:pt idx="419">
                  <c:v>136052.68840000001</c:v>
                </c:pt>
                <c:pt idx="420">
                  <c:v>86703.31409</c:v>
                </c:pt>
                <c:pt idx="421">
                  <c:v>95474.357369999998</c:v>
                </c:pt>
                <c:pt idx="422">
                  <c:v>198431.6275</c:v>
                </c:pt>
                <c:pt idx="423">
                  <c:v>157291.734</c:v>
                </c:pt>
                <c:pt idx="424">
                  <c:v>307540.6752</c:v>
                </c:pt>
                <c:pt idx="425">
                  <c:v>350898.7635</c:v>
                </c:pt>
                <c:pt idx="426">
                  <c:v>256701.54269999999</c:v>
                </c:pt>
                <c:pt idx="427">
                  <c:v>234705.59280000001</c:v>
                </c:pt>
                <c:pt idx="428">
                  <c:v>249380.56539999999</c:v>
                </c:pt>
                <c:pt idx="429">
                  <c:v>258211.4442</c:v>
                </c:pt>
                <c:pt idx="430">
                  <c:v>145975.8339</c:v>
                </c:pt>
                <c:pt idx="431">
                  <c:v>269239.85259999998</c:v>
                </c:pt>
                <c:pt idx="432">
                  <c:v>306920.21159999998</c:v>
                </c:pt>
                <c:pt idx="433">
                  <c:v>122106.7956</c:v>
                </c:pt>
                <c:pt idx="434">
                  <c:v>117661.28079999999</c:v>
                </c:pt>
                <c:pt idx="435">
                  <c:v>62499.799169999998</c:v>
                </c:pt>
                <c:pt idx="436">
                  <c:v>57063.984120000001</c:v>
                </c:pt>
                <c:pt idx="437">
                  <c:v>48008.482839999997</c:v>
                </c:pt>
                <c:pt idx="438">
                  <c:v>117446.8391</c:v>
                </c:pt>
                <c:pt idx="439">
                  <c:v>150591.54790000001</c:v>
                </c:pt>
                <c:pt idx="440">
                  <c:v>67152.474950000003</c:v>
                </c:pt>
                <c:pt idx="441">
                  <c:v>80635.289250000002</c:v>
                </c:pt>
                <c:pt idx="442">
                  <c:v>50669.6371</c:v>
                </c:pt>
                <c:pt idx="443">
                  <c:v>48648.992660000004</c:v>
                </c:pt>
                <c:pt idx="444">
                  <c:v>43213.177620000002</c:v>
                </c:pt>
                <c:pt idx="445">
                  <c:v>96881.018089999998</c:v>
                </c:pt>
                <c:pt idx="446">
                  <c:v>121360.8851</c:v>
                </c:pt>
                <c:pt idx="447">
                  <c:v>66954.366370000003</c:v>
                </c:pt>
                <c:pt idx="448">
                  <c:v>81342.150760000004</c:v>
                </c:pt>
                <c:pt idx="449">
                  <c:v>125060.70789999999</c:v>
                </c:pt>
                <c:pt idx="450">
                  <c:v>253218.83119999999</c:v>
                </c:pt>
                <c:pt idx="451">
                  <c:v>229184.4719</c:v>
                </c:pt>
                <c:pt idx="452">
                  <c:v>354191.35100000002</c:v>
                </c:pt>
                <c:pt idx="453">
                  <c:v>459484.6666</c:v>
                </c:pt>
                <c:pt idx="454">
                  <c:v>224102.8885</c:v>
                </c:pt>
                <c:pt idx="455">
                  <c:v>215203.5588</c:v>
                </c:pt>
                <c:pt idx="456">
                  <c:v>355534.91200000001</c:v>
                </c:pt>
                <c:pt idx="457">
                  <c:v>498894.34389999998</c:v>
                </c:pt>
                <c:pt idx="458">
                  <c:v>715032.1899</c:v>
                </c:pt>
                <c:pt idx="459">
                  <c:v>510289.2156</c:v>
                </c:pt>
                <c:pt idx="460">
                  <c:v>400302.03950000001</c:v>
                </c:pt>
                <c:pt idx="461">
                  <c:v>135578.2034</c:v>
                </c:pt>
                <c:pt idx="462">
                  <c:v>182466.25520000001</c:v>
                </c:pt>
                <c:pt idx="463">
                  <c:v>176814.20259999999</c:v>
                </c:pt>
                <c:pt idx="464">
                  <c:v>100917.6716</c:v>
                </c:pt>
                <c:pt idx="465">
                  <c:v>74690.672730000006</c:v>
                </c:pt>
                <c:pt idx="466">
                  <c:v>114067.07709999999</c:v>
                </c:pt>
                <c:pt idx="467">
                  <c:v>126507.8009</c:v>
                </c:pt>
                <c:pt idx="468">
                  <c:v>79648.629390000002</c:v>
                </c:pt>
                <c:pt idx="469">
                  <c:v>83137.432430000001</c:v>
                </c:pt>
                <c:pt idx="470">
                  <c:v>40776.02706</c:v>
                </c:pt>
                <c:pt idx="471">
                  <c:v>58278.457929999997</c:v>
                </c:pt>
                <c:pt idx="472">
                  <c:v>50000.101439999999</c:v>
                </c:pt>
                <c:pt idx="473">
                  <c:v>103911.9191</c:v>
                </c:pt>
                <c:pt idx="474">
                  <c:v>132843.22260000001</c:v>
                </c:pt>
                <c:pt idx="475">
                  <c:v>62786.611279999997</c:v>
                </c:pt>
                <c:pt idx="476">
                  <c:v>57233.406640000001</c:v>
                </c:pt>
                <c:pt idx="477">
                  <c:v>56874.345459999997</c:v>
                </c:pt>
                <c:pt idx="478">
                  <c:v>132737.73699999999</c:v>
                </c:pt>
                <c:pt idx="479">
                  <c:v>60310.338949999998</c:v>
                </c:pt>
                <c:pt idx="480">
                  <c:v>343587.0085</c:v>
                </c:pt>
                <c:pt idx="481">
                  <c:v>496882.315</c:v>
                </c:pt>
                <c:pt idx="482">
                  <c:v>200369.82990000001</c:v>
                </c:pt>
                <c:pt idx="483">
                  <c:v>194028.0618</c:v>
                </c:pt>
                <c:pt idx="484">
                  <c:v>190560.57920000001</c:v>
                </c:pt>
                <c:pt idx="485">
                  <c:v>198985.3996</c:v>
                </c:pt>
                <c:pt idx="486">
                  <c:v>385482.87199999997</c:v>
                </c:pt>
                <c:pt idx="487">
                  <c:v>499703.41470000002</c:v>
                </c:pt>
                <c:pt idx="488">
                  <c:v>461667.00390000001</c:v>
                </c:pt>
                <c:pt idx="489">
                  <c:v>259541.60870000001</c:v>
                </c:pt>
                <c:pt idx="490">
                  <c:v>320309.27439999999</c:v>
                </c:pt>
                <c:pt idx="491">
                  <c:v>239922.9982</c:v>
                </c:pt>
                <c:pt idx="492">
                  <c:v>224994.19510000001</c:v>
                </c:pt>
                <c:pt idx="493">
                  <c:v>117197.97169999999</c:v>
                </c:pt>
                <c:pt idx="494">
                  <c:v>330589.1998</c:v>
                </c:pt>
                <c:pt idx="495">
                  <c:v>389972.11979999999</c:v>
                </c:pt>
                <c:pt idx="496">
                  <c:v>166536.00030000001</c:v>
                </c:pt>
                <c:pt idx="497">
                  <c:v>198442.91269999999</c:v>
                </c:pt>
                <c:pt idx="498">
                  <c:v>193182.15059999999</c:v>
                </c:pt>
                <c:pt idx="499">
                  <c:v>166403.12700000001</c:v>
                </c:pt>
                <c:pt idx="500">
                  <c:v>149178.60149999999</c:v>
                </c:pt>
                <c:pt idx="501">
                  <c:v>380592.57760000002</c:v>
                </c:pt>
                <c:pt idx="502">
                  <c:v>413700.1789</c:v>
                </c:pt>
                <c:pt idx="503">
                  <c:v>177159.67310000001</c:v>
                </c:pt>
                <c:pt idx="504">
                  <c:v>196420.7635</c:v>
                </c:pt>
                <c:pt idx="505">
                  <c:v>137940.87220000001</c:v>
                </c:pt>
                <c:pt idx="506">
                  <c:v>166176.2838</c:v>
                </c:pt>
                <c:pt idx="507">
                  <c:v>84604.377569999997</c:v>
                </c:pt>
                <c:pt idx="508">
                  <c:v>321821.02029999997</c:v>
                </c:pt>
                <c:pt idx="509">
                  <c:v>418715.4106</c:v>
                </c:pt>
                <c:pt idx="510">
                  <c:v>169541.2659</c:v>
                </c:pt>
                <c:pt idx="511">
                  <c:v>256434.5099</c:v>
                </c:pt>
                <c:pt idx="512">
                  <c:v>199385.9124</c:v>
                </c:pt>
                <c:pt idx="513">
                  <c:v>243554.2243</c:v>
                </c:pt>
                <c:pt idx="514">
                  <c:v>217746.0129</c:v>
                </c:pt>
                <c:pt idx="515">
                  <c:v>472160.75209999998</c:v>
                </c:pt>
                <c:pt idx="516">
                  <c:v>546135.46239999996</c:v>
                </c:pt>
                <c:pt idx="517">
                  <c:v>264637.3653</c:v>
                </c:pt>
                <c:pt idx="518">
                  <c:v>440905.9987</c:v>
                </c:pt>
                <c:pt idx="519">
                  <c:v>334318.89779999998</c:v>
                </c:pt>
                <c:pt idx="520">
                  <c:v>269835.82860000001</c:v>
                </c:pt>
                <c:pt idx="521">
                  <c:v>201146.48929999999</c:v>
                </c:pt>
                <c:pt idx="522">
                  <c:v>293461.08390000003</c:v>
                </c:pt>
                <c:pt idx="523">
                  <c:v>349413.0098</c:v>
                </c:pt>
                <c:pt idx="524">
                  <c:v>179602.91519999999</c:v>
                </c:pt>
                <c:pt idx="525">
                  <c:v>109810.5457</c:v>
                </c:pt>
                <c:pt idx="526">
                  <c:v>76956.92035</c:v>
                </c:pt>
                <c:pt idx="527">
                  <c:v>71199.588399999993</c:v>
                </c:pt>
                <c:pt idx="528">
                  <c:v>68988.346669999999</c:v>
                </c:pt>
                <c:pt idx="529">
                  <c:v>155156.8792</c:v>
                </c:pt>
                <c:pt idx="530">
                  <c:v>185109.52309999999</c:v>
                </c:pt>
                <c:pt idx="531">
                  <c:v>83779.544009999998</c:v>
                </c:pt>
                <c:pt idx="532">
                  <c:v>149501.57449999999</c:v>
                </c:pt>
                <c:pt idx="533">
                  <c:v>100477.2968</c:v>
                </c:pt>
                <c:pt idx="534">
                  <c:v>89072.705350000004</c:v>
                </c:pt>
                <c:pt idx="535">
                  <c:v>78746.595860000001</c:v>
                </c:pt>
                <c:pt idx="536">
                  <c:v>141913.3824</c:v>
                </c:pt>
                <c:pt idx="537">
                  <c:v>169304.27830000001</c:v>
                </c:pt>
                <c:pt idx="538">
                  <c:v>89512.242840000006</c:v>
                </c:pt>
                <c:pt idx="539">
                  <c:v>85984.075339999996</c:v>
                </c:pt>
                <c:pt idx="540">
                  <c:v>64956.462079999998</c:v>
                </c:pt>
                <c:pt idx="541">
                  <c:v>106613.4328</c:v>
                </c:pt>
                <c:pt idx="542">
                  <c:v>183843.8173</c:v>
                </c:pt>
                <c:pt idx="543">
                  <c:v>319579.7941</c:v>
                </c:pt>
                <c:pt idx="544">
                  <c:v>369245.75870000001</c:v>
                </c:pt>
                <c:pt idx="545">
                  <c:v>185648.49110000001</c:v>
                </c:pt>
                <c:pt idx="546">
                  <c:v>165557.76180000001</c:v>
                </c:pt>
                <c:pt idx="547">
                  <c:v>212465.08319999999</c:v>
                </c:pt>
                <c:pt idx="548">
                  <c:v>305231.9081</c:v>
                </c:pt>
                <c:pt idx="549">
                  <c:v>250481.6177</c:v>
                </c:pt>
                <c:pt idx="550">
                  <c:v>268410.48070000001</c:v>
                </c:pt>
                <c:pt idx="551">
                  <c:v>316365.4987</c:v>
                </c:pt>
                <c:pt idx="552">
                  <c:v>156873.04370000001</c:v>
                </c:pt>
                <c:pt idx="553">
                  <c:v>173987.75150000001</c:v>
                </c:pt>
                <c:pt idx="554">
                  <c:v>135753.766</c:v>
                </c:pt>
                <c:pt idx="555">
                  <c:v>84426.509409999999</c:v>
                </c:pt>
                <c:pt idx="556">
                  <c:v>70815.190289999999</c:v>
                </c:pt>
                <c:pt idx="557">
                  <c:v>125983.15180000001</c:v>
                </c:pt>
                <c:pt idx="558">
                  <c:v>142378.18400000001</c:v>
                </c:pt>
                <c:pt idx="559">
                  <c:v>57427.680710000001</c:v>
                </c:pt>
                <c:pt idx="560">
                  <c:v>63331.330999999998</c:v>
                </c:pt>
                <c:pt idx="561">
                  <c:v>51241.028550000003</c:v>
                </c:pt>
                <c:pt idx="562">
                  <c:v>80326.44081</c:v>
                </c:pt>
                <c:pt idx="563">
                  <c:v>71912.565730000002</c:v>
                </c:pt>
                <c:pt idx="564">
                  <c:v>119204.3095</c:v>
                </c:pt>
                <c:pt idx="565">
                  <c:v>129441.2787</c:v>
                </c:pt>
                <c:pt idx="566">
                  <c:v>77645.749939999994</c:v>
                </c:pt>
                <c:pt idx="567">
                  <c:v>69926.65036</c:v>
                </c:pt>
                <c:pt idx="568">
                  <c:v>71973.044299999994</c:v>
                </c:pt>
                <c:pt idx="569">
                  <c:v>44304.898359999999</c:v>
                </c:pt>
                <c:pt idx="570">
                  <c:v>66799.723729999998</c:v>
                </c:pt>
                <c:pt idx="571">
                  <c:v>125689.5928</c:v>
                </c:pt>
                <c:pt idx="572">
                  <c:v>138624.94500000001</c:v>
                </c:pt>
                <c:pt idx="573">
                  <c:v>81715.045329999994</c:v>
                </c:pt>
                <c:pt idx="574">
                  <c:v>86842.861359999995</c:v>
                </c:pt>
                <c:pt idx="575">
                  <c:v>56976.785279999996</c:v>
                </c:pt>
                <c:pt idx="576">
                  <c:v>53433.668030000001</c:v>
                </c:pt>
                <c:pt idx="577">
                  <c:v>55134.081819999999</c:v>
                </c:pt>
                <c:pt idx="578">
                  <c:v>145033.61079999999</c:v>
                </c:pt>
                <c:pt idx="579">
                  <c:v>173306.90650000001</c:v>
                </c:pt>
                <c:pt idx="580">
                  <c:v>88154.338709999996</c:v>
                </c:pt>
                <c:pt idx="581">
                  <c:v>81142.027849999999</c:v>
                </c:pt>
                <c:pt idx="582">
                  <c:v>77672.88278</c:v>
                </c:pt>
                <c:pt idx="583">
                  <c:v>75483.422550000003</c:v>
                </c:pt>
                <c:pt idx="584">
                  <c:v>74354.570099999997</c:v>
                </c:pt>
                <c:pt idx="585">
                  <c:v>120326.8763</c:v>
                </c:pt>
                <c:pt idx="586">
                  <c:v>131867.99350000001</c:v>
                </c:pt>
                <c:pt idx="587">
                  <c:v>75504.002739999996</c:v>
                </c:pt>
                <c:pt idx="588">
                  <c:v>69968.077699999994</c:v>
                </c:pt>
                <c:pt idx="589">
                  <c:v>60187.14905</c:v>
                </c:pt>
                <c:pt idx="590">
                  <c:v>44698.700750000004</c:v>
                </c:pt>
                <c:pt idx="591">
                  <c:v>39463.409059999998</c:v>
                </c:pt>
                <c:pt idx="592">
                  <c:v>85794.096900000004</c:v>
                </c:pt>
                <c:pt idx="593">
                  <c:v>117288.0101</c:v>
                </c:pt>
                <c:pt idx="594">
                  <c:v>71056.061000000002</c:v>
                </c:pt>
                <c:pt idx="595">
                  <c:v>64394.07445</c:v>
                </c:pt>
                <c:pt idx="596">
                  <c:v>35165.97208</c:v>
                </c:pt>
                <c:pt idx="597">
                  <c:v>23234.183199999999</c:v>
                </c:pt>
                <c:pt idx="598">
                  <c:v>24754.957180000001</c:v>
                </c:pt>
                <c:pt idx="599">
                  <c:v>76691.283030000006</c:v>
                </c:pt>
                <c:pt idx="600">
                  <c:v>102231.2118</c:v>
                </c:pt>
                <c:pt idx="601">
                  <c:v>56974.868029999998</c:v>
                </c:pt>
                <c:pt idx="602">
                  <c:v>59442.731119999997</c:v>
                </c:pt>
                <c:pt idx="603">
                  <c:v>217683.36230000001</c:v>
                </c:pt>
                <c:pt idx="604">
                  <c:v>275458.80690000003</c:v>
                </c:pt>
                <c:pt idx="605">
                  <c:v>228731.86550000001</c:v>
                </c:pt>
                <c:pt idx="606">
                  <c:v>387639.12</c:v>
                </c:pt>
                <c:pt idx="607">
                  <c:v>461188.0049</c:v>
                </c:pt>
                <c:pt idx="608">
                  <c:v>202249.67720000001</c:v>
                </c:pt>
                <c:pt idx="609">
                  <c:v>332559.76500000001</c:v>
                </c:pt>
                <c:pt idx="610">
                  <c:v>384806.77159999998</c:v>
                </c:pt>
                <c:pt idx="611">
                  <c:v>345776.25030000001</c:v>
                </c:pt>
                <c:pt idx="612">
                  <c:v>271551.09509999998</c:v>
                </c:pt>
                <c:pt idx="613">
                  <c:v>340440.20549999998</c:v>
                </c:pt>
                <c:pt idx="614">
                  <c:v>364416.7316</c:v>
                </c:pt>
                <c:pt idx="615">
                  <c:v>164719.60449999999</c:v>
                </c:pt>
                <c:pt idx="616">
                  <c:v>178921.0993</c:v>
                </c:pt>
                <c:pt idx="617">
                  <c:v>70286.997810000001</c:v>
                </c:pt>
                <c:pt idx="618">
                  <c:v>76013.677899999995</c:v>
                </c:pt>
                <c:pt idx="619">
                  <c:v>48406.787149999996</c:v>
                </c:pt>
                <c:pt idx="620">
                  <c:v>85940.026939999996</c:v>
                </c:pt>
                <c:pt idx="621">
                  <c:v>57381.751450000003</c:v>
                </c:pt>
                <c:pt idx="622">
                  <c:v>32479.79639</c:v>
                </c:pt>
                <c:pt idx="623">
                  <c:v>52160.183929999999</c:v>
                </c:pt>
                <c:pt idx="624">
                  <c:v>51002.839569999996</c:v>
                </c:pt>
                <c:pt idx="625">
                  <c:v>30194.715960000001</c:v>
                </c:pt>
                <c:pt idx="626">
                  <c:v>29751.222610000001</c:v>
                </c:pt>
                <c:pt idx="627">
                  <c:v>68504.639439999999</c:v>
                </c:pt>
                <c:pt idx="628">
                  <c:v>68996.561759999997</c:v>
                </c:pt>
                <c:pt idx="629">
                  <c:v>41855.928760000003</c:v>
                </c:pt>
                <c:pt idx="630">
                  <c:v>44303.466489999999</c:v>
                </c:pt>
                <c:pt idx="631">
                  <c:v>46599.298130000003</c:v>
                </c:pt>
                <c:pt idx="632">
                  <c:v>125182.75719999999</c:v>
                </c:pt>
                <c:pt idx="633">
                  <c:v>150036.80499999999</c:v>
                </c:pt>
                <c:pt idx="634">
                  <c:v>368037.69189999998</c:v>
                </c:pt>
                <c:pt idx="635">
                  <c:v>351319.63809999998</c:v>
                </c:pt>
                <c:pt idx="636">
                  <c:v>163289.93669999999</c:v>
                </c:pt>
                <c:pt idx="637">
                  <c:v>190892.459</c:v>
                </c:pt>
                <c:pt idx="638">
                  <c:v>143082.13329999999</c:v>
                </c:pt>
                <c:pt idx="639">
                  <c:v>323548.78529999999</c:v>
                </c:pt>
                <c:pt idx="640">
                  <c:v>402312.33319999999</c:v>
                </c:pt>
                <c:pt idx="641">
                  <c:v>393635.17489999998</c:v>
                </c:pt>
                <c:pt idx="642">
                  <c:v>451100.0601</c:v>
                </c:pt>
                <c:pt idx="643">
                  <c:v>202902.6249</c:v>
                </c:pt>
                <c:pt idx="644">
                  <c:v>294557.64640000003</c:v>
                </c:pt>
                <c:pt idx="645">
                  <c:v>221618.32819999999</c:v>
                </c:pt>
                <c:pt idx="646">
                  <c:v>63968.38248</c:v>
                </c:pt>
                <c:pt idx="647">
                  <c:v>59609.544710000002</c:v>
                </c:pt>
                <c:pt idx="648">
                  <c:v>126588.253</c:v>
                </c:pt>
                <c:pt idx="649">
                  <c:v>119755.0116</c:v>
                </c:pt>
                <c:pt idx="650">
                  <c:v>57413.410479999999</c:v>
                </c:pt>
                <c:pt idx="651">
                  <c:v>57749.136939999997</c:v>
                </c:pt>
                <c:pt idx="652">
                  <c:v>40140.820030000003</c:v>
                </c:pt>
                <c:pt idx="653">
                  <c:v>42195.817360000001</c:v>
                </c:pt>
                <c:pt idx="654">
                  <c:v>53490.797469999998</c:v>
                </c:pt>
                <c:pt idx="655">
                  <c:v>110809.3158</c:v>
                </c:pt>
                <c:pt idx="656">
                  <c:v>111527.0135</c:v>
                </c:pt>
                <c:pt idx="657">
                  <c:v>59808.13867</c:v>
                </c:pt>
                <c:pt idx="658">
                  <c:v>55166.22623</c:v>
                </c:pt>
                <c:pt idx="659">
                  <c:v>42054.680469999999</c:v>
                </c:pt>
                <c:pt idx="660">
                  <c:v>53678.179109999997</c:v>
                </c:pt>
                <c:pt idx="661">
                  <c:v>55930.168640000004</c:v>
                </c:pt>
                <c:pt idx="662">
                  <c:v>185771.00150000001</c:v>
                </c:pt>
                <c:pt idx="663">
                  <c:v>253116.91320000001</c:v>
                </c:pt>
                <c:pt idx="664">
                  <c:v>118618.4537</c:v>
                </c:pt>
                <c:pt idx="665">
                  <c:v>123320.784</c:v>
                </c:pt>
                <c:pt idx="666">
                  <c:v>117051.2772</c:v>
                </c:pt>
                <c:pt idx="667">
                  <c:v>159299.98910000001</c:v>
                </c:pt>
                <c:pt idx="668">
                  <c:v>119047.4099</c:v>
                </c:pt>
                <c:pt idx="669">
                  <c:v>285081.9743</c:v>
                </c:pt>
                <c:pt idx="670">
                  <c:v>391656.21260000003</c:v>
                </c:pt>
                <c:pt idx="671">
                  <c:v>274814.7781</c:v>
                </c:pt>
                <c:pt idx="672">
                  <c:v>269555.02309999999</c:v>
                </c:pt>
                <c:pt idx="673">
                  <c:v>192001.03460000001</c:v>
                </c:pt>
                <c:pt idx="674">
                  <c:v>201367.78700000001</c:v>
                </c:pt>
                <c:pt idx="675">
                  <c:v>111874.55899999999</c:v>
                </c:pt>
                <c:pt idx="676">
                  <c:v>214540.33309999999</c:v>
                </c:pt>
                <c:pt idx="677">
                  <c:v>280264.24449999997</c:v>
                </c:pt>
                <c:pt idx="678">
                  <c:v>134136.72870000001</c:v>
                </c:pt>
                <c:pt idx="679">
                  <c:v>94243.465530000001</c:v>
                </c:pt>
                <c:pt idx="680">
                  <c:v>131436.1979</c:v>
                </c:pt>
                <c:pt idx="681">
                  <c:v>147893.94149999999</c:v>
                </c:pt>
                <c:pt idx="682">
                  <c:v>140238.39050000001</c:v>
                </c:pt>
                <c:pt idx="683">
                  <c:v>358183.77399999998</c:v>
                </c:pt>
                <c:pt idx="684">
                  <c:v>377937.13870000001</c:v>
                </c:pt>
                <c:pt idx="685">
                  <c:v>168729.96239999999</c:v>
                </c:pt>
                <c:pt idx="686">
                  <c:v>177192.5698</c:v>
                </c:pt>
                <c:pt idx="687">
                  <c:v>152368.74909999999</c:v>
                </c:pt>
                <c:pt idx="688">
                  <c:v>147471.80489999999</c:v>
                </c:pt>
                <c:pt idx="689">
                  <c:v>145697.152</c:v>
                </c:pt>
                <c:pt idx="690">
                  <c:v>301033.9865</c:v>
                </c:pt>
                <c:pt idx="691">
                  <c:v>309518.07209999999</c:v>
                </c:pt>
                <c:pt idx="692">
                  <c:v>152504.6317</c:v>
                </c:pt>
                <c:pt idx="693">
                  <c:v>79711.583410000007</c:v>
                </c:pt>
                <c:pt idx="694">
                  <c:v>111021.37910000001</c:v>
                </c:pt>
                <c:pt idx="695">
                  <c:v>243161.2592</c:v>
                </c:pt>
                <c:pt idx="696">
                  <c:v>311443.18119999999</c:v>
                </c:pt>
                <c:pt idx="697">
                  <c:v>375876.0134</c:v>
                </c:pt>
                <c:pt idx="698">
                  <c:v>434639.65899999999</c:v>
                </c:pt>
                <c:pt idx="699">
                  <c:v>238637.81640000001</c:v>
                </c:pt>
                <c:pt idx="700">
                  <c:v>260653.66699999999</c:v>
                </c:pt>
                <c:pt idx="701">
                  <c:v>262394.78000000003</c:v>
                </c:pt>
                <c:pt idx="702">
                  <c:v>248437.7113</c:v>
                </c:pt>
                <c:pt idx="703">
                  <c:v>201048.83050000001</c:v>
                </c:pt>
                <c:pt idx="704">
                  <c:v>317690.76089999999</c:v>
                </c:pt>
                <c:pt idx="705">
                  <c:v>378527.8726</c:v>
                </c:pt>
                <c:pt idx="706">
                  <c:v>195425.39110000001</c:v>
                </c:pt>
                <c:pt idx="707">
                  <c:v>90441.603369999997</c:v>
                </c:pt>
                <c:pt idx="708">
                  <c:v>117649.0006</c:v>
                </c:pt>
                <c:pt idx="709">
                  <c:v>141285.39550000001</c:v>
                </c:pt>
                <c:pt idx="710">
                  <c:v>133183.6937</c:v>
                </c:pt>
                <c:pt idx="711">
                  <c:v>229672.25630000001</c:v>
                </c:pt>
                <c:pt idx="712">
                  <c:v>333488.79790000001</c:v>
                </c:pt>
                <c:pt idx="713">
                  <c:v>185422.88560000001</c:v>
                </c:pt>
                <c:pt idx="714">
                  <c:v>173833.13320000001</c:v>
                </c:pt>
                <c:pt idx="715">
                  <c:v>220271.72140000001</c:v>
                </c:pt>
                <c:pt idx="716">
                  <c:v>234468.07120000001</c:v>
                </c:pt>
                <c:pt idx="717">
                  <c:v>213778.13810000001</c:v>
                </c:pt>
                <c:pt idx="718">
                  <c:v>273563.0148</c:v>
                </c:pt>
                <c:pt idx="719">
                  <c:v>337506.78840000002</c:v>
                </c:pt>
                <c:pt idx="720">
                  <c:v>155312.78390000001</c:v>
                </c:pt>
                <c:pt idx="721">
                  <c:v>289243.38309999998</c:v>
                </c:pt>
                <c:pt idx="722">
                  <c:v>313125.33250000002</c:v>
                </c:pt>
                <c:pt idx="723">
                  <c:v>268330.39270000003</c:v>
                </c:pt>
                <c:pt idx="724">
                  <c:v>392228.13799999998</c:v>
                </c:pt>
                <c:pt idx="725">
                  <c:v>133728.98370000001</c:v>
                </c:pt>
                <c:pt idx="726">
                  <c:v>82778.444050000006</c:v>
                </c:pt>
                <c:pt idx="727">
                  <c:v>69522.836970000004</c:v>
                </c:pt>
                <c:pt idx="728">
                  <c:v>133021.27280000001</c:v>
                </c:pt>
                <c:pt idx="729">
                  <c:v>161267.52059999999</c:v>
                </c:pt>
                <c:pt idx="730">
                  <c:v>208583.21799999999</c:v>
                </c:pt>
                <c:pt idx="731">
                  <c:v>325457.52500000002</c:v>
                </c:pt>
                <c:pt idx="732">
                  <c:v>111650.2398</c:v>
                </c:pt>
                <c:pt idx="733">
                  <c:v>262421.2819</c:v>
                </c:pt>
                <c:pt idx="734">
                  <c:v>164527.53890000001</c:v>
                </c:pt>
                <c:pt idx="735">
                  <c:v>274990.14649999997</c:v>
                </c:pt>
                <c:pt idx="736">
                  <c:v>215737.84280000001</c:v>
                </c:pt>
                <c:pt idx="737">
                  <c:v>98646.982699999993</c:v>
                </c:pt>
                <c:pt idx="738">
                  <c:v>74401.215289999993</c:v>
                </c:pt>
                <c:pt idx="739">
                  <c:v>106592.34299999999</c:v>
                </c:pt>
                <c:pt idx="740">
                  <c:v>134629.65820000001</c:v>
                </c:pt>
                <c:pt idx="741">
                  <c:v>90773.653059999997</c:v>
                </c:pt>
                <c:pt idx="742">
                  <c:v>121373.06819999999</c:v>
                </c:pt>
                <c:pt idx="743">
                  <c:v>99445.557100000005</c:v>
                </c:pt>
                <c:pt idx="744">
                  <c:v>67587.546929999997</c:v>
                </c:pt>
                <c:pt idx="745">
                  <c:v>61685.935239999999</c:v>
                </c:pt>
                <c:pt idx="746">
                  <c:v>150006.92980000001</c:v>
                </c:pt>
                <c:pt idx="747">
                  <c:v>191287.3535</c:v>
                </c:pt>
                <c:pt idx="748">
                  <c:v>92595.46084</c:v>
                </c:pt>
                <c:pt idx="749">
                  <c:v>96947.05429</c:v>
                </c:pt>
                <c:pt idx="750">
                  <c:v>70512.894499999995</c:v>
                </c:pt>
                <c:pt idx="751">
                  <c:v>159590.4901</c:v>
                </c:pt>
                <c:pt idx="752">
                  <c:v>67046.273419999998</c:v>
                </c:pt>
                <c:pt idx="753">
                  <c:v>266949.23879999999</c:v>
                </c:pt>
                <c:pt idx="754">
                  <c:v>315272.22480000003</c:v>
                </c:pt>
                <c:pt idx="755">
                  <c:v>149138.9215</c:v>
                </c:pt>
                <c:pt idx="756">
                  <c:v>215171.03820000001</c:v>
                </c:pt>
                <c:pt idx="757">
                  <c:v>205197.89840000001</c:v>
                </c:pt>
                <c:pt idx="758">
                  <c:v>214452.24840000001</c:v>
                </c:pt>
                <c:pt idx="759">
                  <c:v>195767.9736</c:v>
                </c:pt>
                <c:pt idx="760">
                  <c:v>397984.32929999998</c:v>
                </c:pt>
                <c:pt idx="761">
                  <c:v>512603.10350000003</c:v>
                </c:pt>
                <c:pt idx="762">
                  <c:v>218104.06690000001</c:v>
                </c:pt>
                <c:pt idx="763">
                  <c:v>339004.33689999999</c:v>
                </c:pt>
                <c:pt idx="764">
                  <c:v>278116.36930000002</c:v>
                </c:pt>
                <c:pt idx="765">
                  <c:v>264159.30060000002</c:v>
                </c:pt>
                <c:pt idx="766">
                  <c:v>197778.13370000001</c:v>
                </c:pt>
                <c:pt idx="767">
                  <c:v>325749.00890000002</c:v>
                </c:pt>
                <c:pt idx="768">
                  <c:v>371561.97639999999</c:v>
                </c:pt>
                <c:pt idx="769">
                  <c:v>174581.67679999999</c:v>
                </c:pt>
                <c:pt idx="770">
                  <c:v>208489.3694</c:v>
                </c:pt>
                <c:pt idx="771">
                  <c:v>84495.166670000006</c:v>
                </c:pt>
                <c:pt idx="772">
                  <c:v>76661.250029999996</c:v>
                </c:pt>
                <c:pt idx="773">
                  <c:v>64034.940459999998</c:v>
                </c:pt>
                <c:pt idx="774">
                  <c:v>148839.9749</c:v>
                </c:pt>
                <c:pt idx="775">
                  <c:v>172541.5079</c:v>
                </c:pt>
                <c:pt idx="776">
                  <c:v>87991.663</c:v>
                </c:pt>
                <c:pt idx="777">
                  <c:v>123445.38159999999</c:v>
                </c:pt>
                <c:pt idx="778">
                  <c:v>77344.691869999995</c:v>
                </c:pt>
                <c:pt idx="779">
                  <c:v>158963.02489999999</c:v>
                </c:pt>
                <c:pt idx="780">
                  <c:v>69598.071150000003</c:v>
                </c:pt>
                <c:pt idx="781">
                  <c:v>161275.60219999999</c:v>
                </c:pt>
                <c:pt idx="782">
                  <c:v>325215.07679999998</c:v>
                </c:pt>
                <c:pt idx="783">
                  <c:v>96957.295840000006</c:v>
                </c:pt>
                <c:pt idx="784">
                  <c:v>85224.47709</c:v>
                </c:pt>
                <c:pt idx="785">
                  <c:v>54612.878839999998</c:v>
                </c:pt>
                <c:pt idx="786">
                  <c:v>81530.612380000006</c:v>
                </c:pt>
                <c:pt idx="787">
                  <c:v>160947.53260000001</c:v>
                </c:pt>
                <c:pt idx="788">
                  <c:v>188736.24739999999</c:v>
                </c:pt>
                <c:pt idx="789">
                  <c:v>215951.5079</c:v>
                </c:pt>
                <c:pt idx="790">
                  <c:v>134995.85449999999</c:v>
                </c:pt>
                <c:pt idx="791">
                  <c:v>163079.378</c:v>
                </c:pt>
                <c:pt idx="792">
                  <c:v>180828.6741</c:v>
                </c:pt>
                <c:pt idx="793">
                  <c:v>171196.1752</c:v>
                </c:pt>
                <c:pt idx="794">
                  <c:v>129719.0505</c:v>
                </c:pt>
                <c:pt idx="795">
                  <c:v>142127.6421</c:v>
                </c:pt>
                <c:pt idx="796">
                  <c:v>152124.40789999999</c:v>
                </c:pt>
                <c:pt idx="797">
                  <c:v>74132.787020000003</c:v>
                </c:pt>
                <c:pt idx="798">
                  <c:v>91143.028609999994</c:v>
                </c:pt>
                <c:pt idx="799">
                  <c:v>60528.093359999999</c:v>
                </c:pt>
                <c:pt idx="800">
                  <c:v>38340.599609999997</c:v>
                </c:pt>
                <c:pt idx="801">
                  <c:v>37453.006179999997</c:v>
                </c:pt>
                <c:pt idx="802">
                  <c:v>77997.045010000002</c:v>
                </c:pt>
                <c:pt idx="803">
                  <c:v>79752.282680000004</c:v>
                </c:pt>
                <c:pt idx="804">
                  <c:v>37155.588479999999</c:v>
                </c:pt>
                <c:pt idx="805">
                  <c:v>45046.513209999997</c:v>
                </c:pt>
                <c:pt idx="806">
                  <c:v>55489.332759999998</c:v>
                </c:pt>
                <c:pt idx="807">
                  <c:v>41893.303160000003</c:v>
                </c:pt>
                <c:pt idx="808">
                  <c:v>34348.50419</c:v>
                </c:pt>
                <c:pt idx="809">
                  <c:v>78276.831219999993</c:v>
                </c:pt>
                <c:pt idx="810">
                  <c:v>92851.402660000007</c:v>
                </c:pt>
                <c:pt idx="811">
                  <c:v>54845.789299999997</c:v>
                </c:pt>
                <c:pt idx="812">
                  <c:v>48037.799899999998</c:v>
                </c:pt>
                <c:pt idx="813">
                  <c:v>65905.723259999999</c:v>
                </c:pt>
                <c:pt idx="814">
                  <c:v>84870.051300000006</c:v>
                </c:pt>
                <c:pt idx="815">
                  <c:v>262459.50569999998</c:v>
                </c:pt>
                <c:pt idx="816">
                  <c:v>228124.39799999999</c:v>
                </c:pt>
                <c:pt idx="817">
                  <c:v>162929.4921</c:v>
                </c:pt>
                <c:pt idx="818">
                  <c:v>58359.832179999998</c:v>
                </c:pt>
                <c:pt idx="819">
                  <c:v>85605.331919999997</c:v>
                </c:pt>
                <c:pt idx="820">
                  <c:v>84836.414340000003</c:v>
                </c:pt>
                <c:pt idx="821">
                  <c:v>64308.914219999999</c:v>
                </c:pt>
                <c:pt idx="822">
                  <c:v>131168.48550000001</c:v>
                </c:pt>
                <c:pt idx="823">
                  <c:v>232410.198</c:v>
                </c:pt>
                <c:pt idx="824">
                  <c:v>195831.0975</c:v>
                </c:pt>
                <c:pt idx="825">
                  <c:v>90716.547890000002</c:v>
                </c:pt>
                <c:pt idx="826">
                  <c:v>131638.0196</c:v>
                </c:pt>
                <c:pt idx="827">
                  <c:v>81910.872619999995</c:v>
                </c:pt>
                <c:pt idx="828">
                  <c:v>54821.908510000001</c:v>
                </c:pt>
                <c:pt idx="829">
                  <c:v>155615.41940000001</c:v>
                </c:pt>
                <c:pt idx="830">
                  <c:v>264086.89380000002</c:v>
                </c:pt>
                <c:pt idx="831">
                  <c:v>272761.29749999999</c:v>
                </c:pt>
                <c:pt idx="832">
                  <c:v>104689.4279</c:v>
                </c:pt>
                <c:pt idx="833">
                  <c:v>131170.5969</c:v>
                </c:pt>
                <c:pt idx="834">
                  <c:v>123179.48940000001</c:v>
                </c:pt>
                <c:pt idx="835">
                  <c:v>124431.04640000001</c:v>
                </c:pt>
                <c:pt idx="836">
                  <c:v>162166.83600000001</c:v>
                </c:pt>
                <c:pt idx="837">
                  <c:v>354042.0232</c:v>
                </c:pt>
                <c:pt idx="838">
                  <c:v>327352.26140000002</c:v>
                </c:pt>
                <c:pt idx="839">
                  <c:v>164809.30300000001</c:v>
                </c:pt>
                <c:pt idx="840">
                  <c:v>151157.79430000001</c:v>
                </c:pt>
                <c:pt idx="841">
                  <c:v>126895.9365</c:v>
                </c:pt>
                <c:pt idx="842">
                  <c:v>166395.44579999999</c:v>
                </c:pt>
                <c:pt idx="843">
                  <c:v>167796.3548</c:v>
                </c:pt>
                <c:pt idx="844">
                  <c:v>351146.01699999999</c:v>
                </c:pt>
                <c:pt idx="845">
                  <c:v>420738.82179999998</c:v>
                </c:pt>
                <c:pt idx="846">
                  <c:v>186166.1508</c:v>
                </c:pt>
                <c:pt idx="847">
                  <c:v>251449.52960000001</c:v>
                </c:pt>
                <c:pt idx="848">
                  <c:v>280321.81069999997</c:v>
                </c:pt>
                <c:pt idx="849">
                  <c:v>313434.93329999998</c:v>
                </c:pt>
                <c:pt idx="850">
                  <c:v>257324.60310000001</c:v>
                </c:pt>
                <c:pt idx="851">
                  <c:v>455554.33600000001</c:v>
                </c:pt>
                <c:pt idx="852">
                  <c:v>556865.20330000005</c:v>
                </c:pt>
                <c:pt idx="853">
                  <c:v>354856.04489999998</c:v>
                </c:pt>
                <c:pt idx="854">
                  <c:v>283284.58130000002</c:v>
                </c:pt>
                <c:pt idx="855">
                  <c:v>297500.674</c:v>
                </c:pt>
                <c:pt idx="856">
                  <c:v>285968.4878</c:v>
                </c:pt>
                <c:pt idx="857">
                  <c:v>237946.63269999999</c:v>
                </c:pt>
                <c:pt idx="858">
                  <c:v>340851.50589999999</c:v>
                </c:pt>
                <c:pt idx="859">
                  <c:v>388187.60139999999</c:v>
                </c:pt>
                <c:pt idx="860">
                  <c:v>139178.9841</c:v>
                </c:pt>
                <c:pt idx="861">
                  <c:v>66400.303050000002</c:v>
                </c:pt>
                <c:pt idx="862">
                  <c:v>42723.524460000001</c:v>
                </c:pt>
                <c:pt idx="863">
                  <c:v>35014.39948</c:v>
                </c:pt>
                <c:pt idx="864">
                  <c:v>27210.406630000001</c:v>
                </c:pt>
                <c:pt idx="865">
                  <c:v>79840.088250000001</c:v>
                </c:pt>
                <c:pt idx="866">
                  <c:v>82484.44829</c:v>
                </c:pt>
                <c:pt idx="867">
                  <c:v>51497.23734</c:v>
                </c:pt>
                <c:pt idx="868">
                  <c:v>42871.832869999998</c:v>
                </c:pt>
                <c:pt idx="869">
                  <c:v>39104.6391</c:v>
                </c:pt>
                <c:pt idx="870">
                  <c:v>34406.750010000003</c:v>
                </c:pt>
                <c:pt idx="871">
                  <c:v>39403.658560000003</c:v>
                </c:pt>
                <c:pt idx="872">
                  <c:v>96830.902419999999</c:v>
                </c:pt>
                <c:pt idx="873">
                  <c:v>99380.3946</c:v>
                </c:pt>
                <c:pt idx="874">
                  <c:v>61656.181329999999</c:v>
                </c:pt>
                <c:pt idx="875">
                  <c:v>69163.557369999995</c:v>
                </c:pt>
                <c:pt idx="876">
                  <c:v>113112.86500000001</c:v>
                </c:pt>
                <c:pt idx="877">
                  <c:v>253686.30249999999</c:v>
                </c:pt>
                <c:pt idx="878">
                  <c:v>210305.29190000001</c:v>
                </c:pt>
                <c:pt idx="879">
                  <c:v>364087.42430000001</c:v>
                </c:pt>
                <c:pt idx="880">
                  <c:v>397480.36949999997</c:v>
                </c:pt>
                <c:pt idx="881">
                  <c:v>204028.17679999999</c:v>
                </c:pt>
                <c:pt idx="882">
                  <c:v>172797.9351</c:v>
                </c:pt>
                <c:pt idx="883">
                  <c:v>258970.65410000001</c:v>
                </c:pt>
                <c:pt idx="884">
                  <c:v>368789.57260000001</c:v>
                </c:pt>
                <c:pt idx="885">
                  <c:v>278071.38660000003</c:v>
                </c:pt>
                <c:pt idx="886">
                  <c:v>373959.36200000002</c:v>
                </c:pt>
                <c:pt idx="887">
                  <c:v>402057.25290000002</c:v>
                </c:pt>
                <c:pt idx="888">
                  <c:v>205719.45319999999</c:v>
                </c:pt>
                <c:pt idx="889">
                  <c:v>177626.95009999999</c:v>
                </c:pt>
                <c:pt idx="890">
                  <c:v>70441.90741</c:v>
                </c:pt>
                <c:pt idx="891">
                  <c:v>162923.84959999999</c:v>
                </c:pt>
                <c:pt idx="892">
                  <c:v>138752.5276</c:v>
                </c:pt>
                <c:pt idx="893">
                  <c:v>252458.2622</c:v>
                </c:pt>
                <c:pt idx="894">
                  <c:v>293917.85249999998</c:v>
                </c:pt>
                <c:pt idx="895">
                  <c:v>138350.12179999999</c:v>
                </c:pt>
                <c:pt idx="896">
                  <c:v>130067.27559999999</c:v>
                </c:pt>
                <c:pt idx="897">
                  <c:v>107168.6611</c:v>
                </c:pt>
                <c:pt idx="898">
                  <c:v>224030.55439999999</c:v>
                </c:pt>
                <c:pt idx="899">
                  <c:v>201918.22210000001</c:v>
                </c:pt>
                <c:pt idx="900">
                  <c:v>329344.2683</c:v>
                </c:pt>
                <c:pt idx="901">
                  <c:v>308642.97720000002</c:v>
                </c:pt>
                <c:pt idx="902">
                  <c:v>134472.40659999999</c:v>
                </c:pt>
                <c:pt idx="903">
                  <c:v>143809.7206</c:v>
                </c:pt>
                <c:pt idx="904">
                  <c:v>123252.1511</c:v>
                </c:pt>
                <c:pt idx="905">
                  <c:v>40067.151210000004</c:v>
                </c:pt>
                <c:pt idx="906">
                  <c:v>143752.73680000001</c:v>
                </c:pt>
                <c:pt idx="907">
                  <c:v>389904.0086</c:v>
                </c:pt>
                <c:pt idx="908">
                  <c:v>461280.7856</c:v>
                </c:pt>
                <c:pt idx="909">
                  <c:v>221578.69680000001</c:v>
                </c:pt>
                <c:pt idx="910">
                  <c:v>253702.223</c:v>
                </c:pt>
                <c:pt idx="911">
                  <c:v>200616.07620000001</c:v>
                </c:pt>
                <c:pt idx="912">
                  <c:v>211700.8132</c:v>
                </c:pt>
                <c:pt idx="913">
                  <c:v>282757.71139999997</c:v>
                </c:pt>
                <c:pt idx="914">
                  <c:v>479010.15669999999</c:v>
                </c:pt>
                <c:pt idx="915">
                  <c:v>454543.28580000001</c:v>
                </c:pt>
                <c:pt idx="916">
                  <c:v>242185.1807</c:v>
                </c:pt>
                <c:pt idx="917">
                  <c:v>281531.68560000003</c:v>
                </c:pt>
                <c:pt idx="918">
                  <c:v>219363.22010000001</c:v>
                </c:pt>
                <c:pt idx="919">
                  <c:v>204005.5822</c:v>
                </c:pt>
                <c:pt idx="920">
                  <c:v>69579.068459999995</c:v>
                </c:pt>
                <c:pt idx="921">
                  <c:v>87184.740030000001</c:v>
                </c:pt>
                <c:pt idx="922">
                  <c:v>78700.436050000004</c:v>
                </c:pt>
                <c:pt idx="923">
                  <c:v>39809.559090000002</c:v>
                </c:pt>
                <c:pt idx="924">
                  <c:v>45839.238770000004</c:v>
                </c:pt>
                <c:pt idx="925">
                  <c:v>36851.763749999998</c:v>
                </c:pt>
                <c:pt idx="926">
                  <c:v>33225.670469999997</c:v>
                </c:pt>
                <c:pt idx="927">
                  <c:v>30423.391459999999</c:v>
                </c:pt>
                <c:pt idx="928">
                  <c:v>80345.637659999993</c:v>
                </c:pt>
                <c:pt idx="929">
                  <c:v>95297.338629999998</c:v>
                </c:pt>
                <c:pt idx="930">
                  <c:v>45324.054530000001</c:v>
                </c:pt>
                <c:pt idx="931">
                  <c:v>51604.118410000003</c:v>
                </c:pt>
                <c:pt idx="932">
                  <c:v>37870.119030000002</c:v>
                </c:pt>
                <c:pt idx="933">
                  <c:v>42723.524460000001</c:v>
                </c:pt>
                <c:pt idx="934">
                  <c:v>35169.915809999999</c:v>
                </c:pt>
                <c:pt idx="935">
                  <c:v>61148.205009999998</c:v>
                </c:pt>
                <c:pt idx="936">
                  <c:v>77171.701799999995</c:v>
                </c:pt>
                <c:pt idx="937">
                  <c:v>40881.354910000002</c:v>
                </c:pt>
                <c:pt idx="938">
                  <c:v>43085.595009999997</c:v>
                </c:pt>
                <c:pt idx="939">
                  <c:v>43894.993430000002</c:v>
                </c:pt>
                <c:pt idx="940">
                  <c:v>67780.728889999999</c:v>
                </c:pt>
                <c:pt idx="941">
                  <c:v>51907.943149999999</c:v>
                </c:pt>
                <c:pt idx="942">
                  <c:v>93508.633889999997</c:v>
                </c:pt>
                <c:pt idx="943">
                  <c:v>95343.595509999999</c:v>
                </c:pt>
                <c:pt idx="944">
                  <c:v>59514.992330000001</c:v>
                </c:pt>
                <c:pt idx="945">
                  <c:v>65133.966200000003</c:v>
                </c:pt>
                <c:pt idx="946">
                  <c:v>70641.253719999993</c:v>
                </c:pt>
                <c:pt idx="947">
                  <c:v>48442.171479999997</c:v>
                </c:pt>
                <c:pt idx="948">
                  <c:v>46291.371919999998</c:v>
                </c:pt>
                <c:pt idx="949">
                  <c:v>73453.143290000007</c:v>
                </c:pt>
                <c:pt idx="950">
                  <c:v>71508.897949999999</c:v>
                </c:pt>
                <c:pt idx="951">
                  <c:v>30066.126179999999</c:v>
                </c:pt>
                <c:pt idx="952">
                  <c:v>37726.615899999997</c:v>
                </c:pt>
                <c:pt idx="953">
                  <c:v>30831.694630000002</c:v>
                </c:pt>
                <c:pt idx="954">
                  <c:v>146811.45509999999</c:v>
                </c:pt>
                <c:pt idx="955">
                  <c:v>99867.329620000004</c:v>
                </c:pt>
                <c:pt idx="956">
                  <c:v>210664.8628</c:v>
                </c:pt>
                <c:pt idx="957">
                  <c:v>266271.03909999999</c:v>
                </c:pt>
                <c:pt idx="958">
                  <c:v>123084.03909999999</c:v>
                </c:pt>
                <c:pt idx="959">
                  <c:v>162727.52480000001</c:v>
                </c:pt>
                <c:pt idx="960">
                  <c:v>114708.946</c:v>
                </c:pt>
                <c:pt idx="961">
                  <c:v>122318.9075</c:v>
                </c:pt>
                <c:pt idx="962">
                  <c:v>112010.34450000001</c:v>
                </c:pt>
                <c:pt idx="963">
                  <c:v>229861.47029999999</c:v>
                </c:pt>
                <c:pt idx="964">
                  <c:v>249981.24969999999</c:v>
                </c:pt>
                <c:pt idx="965">
                  <c:v>136480.24909999999</c:v>
                </c:pt>
                <c:pt idx="966">
                  <c:v>127369.8026</c:v>
                </c:pt>
                <c:pt idx="967">
                  <c:v>43537.728159999999</c:v>
                </c:pt>
                <c:pt idx="968">
                  <c:v>120407.4133</c:v>
                </c:pt>
                <c:pt idx="969">
                  <c:v>226375.54310000001</c:v>
                </c:pt>
                <c:pt idx="970">
                  <c:v>337900.17820000002</c:v>
                </c:pt>
                <c:pt idx="971">
                  <c:v>355069.54009999998</c:v>
                </c:pt>
                <c:pt idx="972">
                  <c:v>153893.68520000001</c:v>
                </c:pt>
                <c:pt idx="973">
                  <c:v>159625.7409</c:v>
                </c:pt>
                <c:pt idx="974">
                  <c:v>133961.967</c:v>
                </c:pt>
                <c:pt idx="975">
                  <c:v>236305.15640000001</c:v>
                </c:pt>
                <c:pt idx="976">
                  <c:v>313491.73509999999</c:v>
                </c:pt>
                <c:pt idx="977">
                  <c:v>370355.00170000002</c:v>
                </c:pt>
                <c:pt idx="978">
                  <c:v>369091.05540000001</c:v>
                </c:pt>
                <c:pt idx="979">
                  <c:v>209026.0197</c:v>
                </c:pt>
                <c:pt idx="980">
                  <c:v>228177.3168</c:v>
                </c:pt>
                <c:pt idx="981">
                  <c:v>154494.78200000001</c:v>
                </c:pt>
                <c:pt idx="982">
                  <c:v>50736.474170000001</c:v>
                </c:pt>
                <c:pt idx="983">
                  <c:v>43292.149239999999</c:v>
                </c:pt>
                <c:pt idx="984">
                  <c:v>77335.918600000005</c:v>
                </c:pt>
                <c:pt idx="985">
                  <c:v>85070.234890000007</c:v>
                </c:pt>
                <c:pt idx="986">
                  <c:v>48831.666109999998</c:v>
                </c:pt>
                <c:pt idx="987">
                  <c:v>52075.157180000002</c:v>
                </c:pt>
                <c:pt idx="988">
                  <c:v>30424.726259999999</c:v>
                </c:pt>
                <c:pt idx="989">
                  <c:v>20495.11303</c:v>
                </c:pt>
                <c:pt idx="990">
                  <c:v>40742.171679999999</c:v>
                </c:pt>
                <c:pt idx="991">
                  <c:v>69864.836989999996</c:v>
                </c:pt>
                <c:pt idx="992">
                  <c:v>100120.7111</c:v>
                </c:pt>
                <c:pt idx="993">
                  <c:v>49825.097040000001</c:v>
                </c:pt>
                <c:pt idx="994">
                  <c:v>46566.462050000002</c:v>
                </c:pt>
                <c:pt idx="995">
                  <c:v>37923.76586</c:v>
                </c:pt>
                <c:pt idx="996">
                  <c:v>50084.812700000002</c:v>
                </c:pt>
                <c:pt idx="997">
                  <c:v>41885.828280000002</c:v>
                </c:pt>
                <c:pt idx="998">
                  <c:v>147503.57320000001</c:v>
                </c:pt>
                <c:pt idx="999">
                  <c:v>151639.1838</c:v>
                </c:pt>
              </c:numCache>
            </c:numRef>
          </c:val>
          <c:smooth val="0"/>
        </c:ser>
        <c:ser>
          <c:idx val="1"/>
          <c:order val="1"/>
          <c:tx>
            <c:strRef>
              <c:f>Sheet1!$G$1</c:f>
              <c:strCache>
                <c:ptCount val="1"/>
                <c:pt idx="0">
                  <c:v>Sum of Gross_Profit</c:v>
                </c:pt>
              </c:strCache>
            </c:strRef>
          </c:tx>
          <c:spPr>
            <a:ln w="28575" cap="rnd">
              <a:solidFill>
                <a:schemeClr val="accent2"/>
              </a:solidFill>
              <a:round/>
            </a:ln>
            <a:effectLst/>
          </c:spPr>
          <c:marker>
            <c:symbol val="none"/>
          </c:marker>
          <c:cat>
            <c:numRef>
              <c:f>Sheet1!$E$2:$E$1001</c:f>
              <c:numCache>
                <c:formatCode>m/d/yyyy</c:formatCode>
                <c:ptCount val="1000"/>
                <c:pt idx="0">
                  <c:v>41638</c:v>
                </c:pt>
                <c:pt idx="1">
                  <c:v>41639</c:v>
                </c:pt>
                <c:pt idx="2">
                  <c:v>41640</c:v>
                </c:pt>
                <c:pt idx="3">
                  <c:v>41641</c:v>
                </c:pt>
                <c:pt idx="4">
                  <c:v>41642</c:v>
                </c:pt>
                <c:pt idx="5">
                  <c:v>41643</c:v>
                </c:pt>
                <c:pt idx="6">
                  <c:v>41644</c:v>
                </c:pt>
                <c:pt idx="7">
                  <c:v>41645</c:v>
                </c:pt>
                <c:pt idx="8">
                  <c:v>41646</c:v>
                </c:pt>
                <c:pt idx="9">
                  <c:v>41647</c:v>
                </c:pt>
                <c:pt idx="10">
                  <c:v>41648</c:v>
                </c:pt>
                <c:pt idx="11">
                  <c:v>41649</c:v>
                </c:pt>
                <c:pt idx="12">
                  <c:v>41650</c:v>
                </c:pt>
                <c:pt idx="13">
                  <c:v>41651</c:v>
                </c:pt>
                <c:pt idx="14">
                  <c:v>41652</c:v>
                </c:pt>
                <c:pt idx="15">
                  <c:v>41653</c:v>
                </c:pt>
                <c:pt idx="16">
                  <c:v>41654</c:v>
                </c:pt>
                <c:pt idx="17">
                  <c:v>41655</c:v>
                </c:pt>
                <c:pt idx="18">
                  <c:v>41656</c:v>
                </c:pt>
                <c:pt idx="19">
                  <c:v>41657</c:v>
                </c:pt>
                <c:pt idx="20">
                  <c:v>41658</c:v>
                </c:pt>
                <c:pt idx="21">
                  <c:v>41659</c:v>
                </c:pt>
                <c:pt idx="22">
                  <c:v>41660</c:v>
                </c:pt>
                <c:pt idx="23">
                  <c:v>41661</c:v>
                </c:pt>
                <c:pt idx="24">
                  <c:v>41662</c:v>
                </c:pt>
                <c:pt idx="25">
                  <c:v>41663</c:v>
                </c:pt>
                <c:pt idx="26">
                  <c:v>41664</c:v>
                </c:pt>
                <c:pt idx="27">
                  <c:v>41665</c:v>
                </c:pt>
                <c:pt idx="28">
                  <c:v>41666</c:v>
                </c:pt>
                <c:pt idx="29">
                  <c:v>41667</c:v>
                </c:pt>
                <c:pt idx="30">
                  <c:v>41668</c:v>
                </c:pt>
                <c:pt idx="31">
                  <c:v>41669</c:v>
                </c:pt>
                <c:pt idx="32">
                  <c:v>41670</c:v>
                </c:pt>
                <c:pt idx="33">
                  <c:v>41671</c:v>
                </c:pt>
                <c:pt idx="34">
                  <c:v>41672</c:v>
                </c:pt>
                <c:pt idx="35">
                  <c:v>41673</c:v>
                </c:pt>
                <c:pt idx="36">
                  <c:v>41674</c:v>
                </c:pt>
                <c:pt idx="37">
                  <c:v>41675</c:v>
                </c:pt>
                <c:pt idx="38">
                  <c:v>41676</c:v>
                </c:pt>
                <c:pt idx="39">
                  <c:v>41677</c:v>
                </c:pt>
                <c:pt idx="40">
                  <c:v>41678</c:v>
                </c:pt>
                <c:pt idx="41">
                  <c:v>41679</c:v>
                </c:pt>
                <c:pt idx="42">
                  <c:v>41680</c:v>
                </c:pt>
                <c:pt idx="43">
                  <c:v>41681</c:v>
                </c:pt>
                <c:pt idx="44">
                  <c:v>41682</c:v>
                </c:pt>
                <c:pt idx="45">
                  <c:v>41683</c:v>
                </c:pt>
                <c:pt idx="46">
                  <c:v>41684</c:v>
                </c:pt>
                <c:pt idx="47">
                  <c:v>41685</c:v>
                </c:pt>
                <c:pt idx="48">
                  <c:v>41686</c:v>
                </c:pt>
                <c:pt idx="49">
                  <c:v>41687</c:v>
                </c:pt>
                <c:pt idx="50">
                  <c:v>41688</c:v>
                </c:pt>
                <c:pt idx="51">
                  <c:v>41689</c:v>
                </c:pt>
                <c:pt idx="52">
                  <c:v>41690</c:v>
                </c:pt>
                <c:pt idx="53">
                  <c:v>41691</c:v>
                </c:pt>
                <c:pt idx="54">
                  <c:v>41692</c:v>
                </c:pt>
                <c:pt idx="55">
                  <c:v>41693</c:v>
                </c:pt>
                <c:pt idx="56">
                  <c:v>41694</c:v>
                </c:pt>
                <c:pt idx="57">
                  <c:v>41695</c:v>
                </c:pt>
                <c:pt idx="58">
                  <c:v>41696</c:v>
                </c:pt>
                <c:pt idx="59">
                  <c:v>41697</c:v>
                </c:pt>
                <c:pt idx="60">
                  <c:v>41698</c:v>
                </c:pt>
                <c:pt idx="61">
                  <c:v>41699</c:v>
                </c:pt>
                <c:pt idx="62">
                  <c:v>41700</c:v>
                </c:pt>
                <c:pt idx="63">
                  <c:v>41701</c:v>
                </c:pt>
                <c:pt idx="64">
                  <c:v>41702</c:v>
                </c:pt>
                <c:pt idx="65">
                  <c:v>41703</c:v>
                </c:pt>
                <c:pt idx="66">
                  <c:v>41704</c:v>
                </c:pt>
                <c:pt idx="67">
                  <c:v>41705</c:v>
                </c:pt>
                <c:pt idx="68">
                  <c:v>41706</c:v>
                </c:pt>
                <c:pt idx="69">
                  <c:v>41707</c:v>
                </c:pt>
                <c:pt idx="70">
                  <c:v>41708</c:v>
                </c:pt>
                <c:pt idx="71">
                  <c:v>41709</c:v>
                </c:pt>
                <c:pt idx="72">
                  <c:v>41710</c:v>
                </c:pt>
                <c:pt idx="73">
                  <c:v>41711</c:v>
                </c:pt>
                <c:pt idx="74">
                  <c:v>41712</c:v>
                </c:pt>
                <c:pt idx="75">
                  <c:v>41713</c:v>
                </c:pt>
                <c:pt idx="76">
                  <c:v>41714</c:v>
                </c:pt>
                <c:pt idx="77">
                  <c:v>41715</c:v>
                </c:pt>
                <c:pt idx="78">
                  <c:v>41716</c:v>
                </c:pt>
                <c:pt idx="79">
                  <c:v>41717</c:v>
                </c:pt>
                <c:pt idx="80">
                  <c:v>41718</c:v>
                </c:pt>
                <c:pt idx="81">
                  <c:v>41719</c:v>
                </c:pt>
                <c:pt idx="82">
                  <c:v>41720</c:v>
                </c:pt>
                <c:pt idx="83">
                  <c:v>41721</c:v>
                </c:pt>
                <c:pt idx="84">
                  <c:v>41722</c:v>
                </c:pt>
                <c:pt idx="85">
                  <c:v>41723</c:v>
                </c:pt>
                <c:pt idx="86">
                  <c:v>41724</c:v>
                </c:pt>
                <c:pt idx="87">
                  <c:v>41725</c:v>
                </c:pt>
                <c:pt idx="88">
                  <c:v>41726</c:v>
                </c:pt>
                <c:pt idx="89">
                  <c:v>41727</c:v>
                </c:pt>
                <c:pt idx="90">
                  <c:v>41728</c:v>
                </c:pt>
                <c:pt idx="91">
                  <c:v>41729</c:v>
                </c:pt>
                <c:pt idx="92">
                  <c:v>41730</c:v>
                </c:pt>
                <c:pt idx="93">
                  <c:v>41731</c:v>
                </c:pt>
                <c:pt idx="94">
                  <c:v>41732</c:v>
                </c:pt>
                <c:pt idx="95">
                  <c:v>41733</c:v>
                </c:pt>
                <c:pt idx="96">
                  <c:v>41734</c:v>
                </c:pt>
                <c:pt idx="97">
                  <c:v>41735</c:v>
                </c:pt>
                <c:pt idx="98">
                  <c:v>41736</c:v>
                </c:pt>
                <c:pt idx="99">
                  <c:v>41737</c:v>
                </c:pt>
                <c:pt idx="100">
                  <c:v>41738</c:v>
                </c:pt>
                <c:pt idx="101">
                  <c:v>41739</c:v>
                </c:pt>
                <c:pt idx="102">
                  <c:v>41740</c:v>
                </c:pt>
                <c:pt idx="103">
                  <c:v>41741</c:v>
                </c:pt>
                <c:pt idx="104">
                  <c:v>41742</c:v>
                </c:pt>
                <c:pt idx="105">
                  <c:v>41743</c:v>
                </c:pt>
                <c:pt idx="106">
                  <c:v>41744</c:v>
                </c:pt>
                <c:pt idx="107">
                  <c:v>41745</c:v>
                </c:pt>
                <c:pt idx="108">
                  <c:v>41746</c:v>
                </c:pt>
                <c:pt idx="109">
                  <c:v>41747</c:v>
                </c:pt>
                <c:pt idx="110">
                  <c:v>41748</c:v>
                </c:pt>
                <c:pt idx="111">
                  <c:v>41749</c:v>
                </c:pt>
                <c:pt idx="112">
                  <c:v>41750</c:v>
                </c:pt>
                <c:pt idx="113">
                  <c:v>41751</c:v>
                </c:pt>
                <c:pt idx="114">
                  <c:v>41752</c:v>
                </c:pt>
                <c:pt idx="115">
                  <c:v>41753</c:v>
                </c:pt>
                <c:pt idx="116">
                  <c:v>41754</c:v>
                </c:pt>
                <c:pt idx="117">
                  <c:v>41755</c:v>
                </c:pt>
                <c:pt idx="118">
                  <c:v>41756</c:v>
                </c:pt>
                <c:pt idx="119">
                  <c:v>41757</c:v>
                </c:pt>
                <c:pt idx="120">
                  <c:v>41758</c:v>
                </c:pt>
                <c:pt idx="121">
                  <c:v>41759</c:v>
                </c:pt>
                <c:pt idx="122">
                  <c:v>41760</c:v>
                </c:pt>
                <c:pt idx="123">
                  <c:v>41761</c:v>
                </c:pt>
                <c:pt idx="124">
                  <c:v>41762</c:v>
                </c:pt>
                <c:pt idx="125">
                  <c:v>41763</c:v>
                </c:pt>
                <c:pt idx="126">
                  <c:v>41764</c:v>
                </c:pt>
                <c:pt idx="127">
                  <c:v>41765</c:v>
                </c:pt>
                <c:pt idx="128">
                  <c:v>41766</c:v>
                </c:pt>
                <c:pt idx="129">
                  <c:v>41767</c:v>
                </c:pt>
                <c:pt idx="130">
                  <c:v>41768</c:v>
                </c:pt>
                <c:pt idx="131">
                  <c:v>41769</c:v>
                </c:pt>
                <c:pt idx="132">
                  <c:v>41770</c:v>
                </c:pt>
                <c:pt idx="133">
                  <c:v>41771</c:v>
                </c:pt>
                <c:pt idx="134">
                  <c:v>41772</c:v>
                </c:pt>
                <c:pt idx="135">
                  <c:v>41773</c:v>
                </c:pt>
                <c:pt idx="136">
                  <c:v>41774</c:v>
                </c:pt>
                <c:pt idx="137">
                  <c:v>41775</c:v>
                </c:pt>
                <c:pt idx="138">
                  <c:v>41776</c:v>
                </c:pt>
                <c:pt idx="139">
                  <c:v>41777</c:v>
                </c:pt>
                <c:pt idx="140">
                  <c:v>41778</c:v>
                </c:pt>
                <c:pt idx="141">
                  <c:v>41779</c:v>
                </c:pt>
                <c:pt idx="142">
                  <c:v>41780</c:v>
                </c:pt>
                <c:pt idx="143">
                  <c:v>41781</c:v>
                </c:pt>
                <c:pt idx="144">
                  <c:v>41782</c:v>
                </c:pt>
                <c:pt idx="145">
                  <c:v>41783</c:v>
                </c:pt>
                <c:pt idx="146">
                  <c:v>41784</c:v>
                </c:pt>
                <c:pt idx="147">
                  <c:v>41785</c:v>
                </c:pt>
                <c:pt idx="148">
                  <c:v>41786</c:v>
                </c:pt>
                <c:pt idx="149">
                  <c:v>41787</c:v>
                </c:pt>
                <c:pt idx="150">
                  <c:v>41788</c:v>
                </c:pt>
                <c:pt idx="151">
                  <c:v>41789</c:v>
                </c:pt>
                <c:pt idx="152">
                  <c:v>41790</c:v>
                </c:pt>
                <c:pt idx="153">
                  <c:v>41791</c:v>
                </c:pt>
                <c:pt idx="154">
                  <c:v>41792</c:v>
                </c:pt>
                <c:pt idx="155">
                  <c:v>41793</c:v>
                </c:pt>
                <c:pt idx="156">
                  <c:v>41794</c:v>
                </c:pt>
                <c:pt idx="157">
                  <c:v>41795</c:v>
                </c:pt>
                <c:pt idx="158">
                  <c:v>41796</c:v>
                </c:pt>
                <c:pt idx="159">
                  <c:v>41797</c:v>
                </c:pt>
                <c:pt idx="160">
                  <c:v>41798</c:v>
                </c:pt>
                <c:pt idx="161">
                  <c:v>41799</c:v>
                </c:pt>
                <c:pt idx="162">
                  <c:v>41800</c:v>
                </c:pt>
                <c:pt idx="163">
                  <c:v>41801</c:v>
                </c:pt>
                <c:pt idx="164">
                  <c:v>41802</c:v>
                </c:pt>
                <c:pt idx="165">
                  <c:v>41803</c:v>
                </c:pt>
                <c:pt idx="166">
                  <c:v>41804</c:v>
                </c:pt>
                <c:pt idx="167">
                  <c:v>41805</c:v>
                </c:pt>
                <c:pt idx="168">
                  <c:v>41806</c:v>
                </c:pt>
                <c:pt idx="169">
                  <c:v>41807</c:v>
                </c:pt>
                <c:pt idx="170">
                  <c:v>41808</c:v>
                </c:pt>
                <c:pt idx="171">
                  <c:v>41809</c:v>
                </c:pt>
                <c:pt idx="172">
                  <c:v>41810</c:v>
                </c:pt>
                <c:pt idx="173">
                  <c:v>41811</c:v>
                </c:pt>
                <c:pt idx="174">
                  <c:v>41812</c:v>
                </c:pt>
                <c:pt idx="175">
                  <c:v>41813</c:v>
                </c:pt>
                <c:pt idx="176">
                  <c:v>41814</c:v>
                </c:pt>
                <c:pt idx="177">
                  <c:v>41815</c:v>
                </c:pt>
                <c:pt idx="178">
                  <c:v>41816</c:v>
                </c:pt>
                <c:pt idx="179">
                  <c:v>41817</c:v>
                </c:pt>
                <c:pt idx="180">
                  <c:v>41818</c:v>
                </c:pt>
                <c:pt idx="181">
                  <c:v>41819</c:v>
                </c:pt>
                <c:pt idx="182">
                  <c:v>41820</c:v>
                </c:pt>
                <c:pt idx="183">
                  <c:v>41821</c:v>
                </c:pt>
                <c:pt idx="184">
                  <c:v>41822</c:v>
                </c:pt>
                <c:pt idx="185">
                  <c:v>41823</c:v>
                </c:pt>
                <c:pt idx="186">
                  <c:v>41824</c:v>
                </c:pt>
                <c:pt idx="187">
                  <c:v>41825</c:v>
                </c:pt>
                <c:pt idx="188">
                  <c:v>41826</c:v>
                </c:pt>
                <c:pt idx="189">
                  <c:v>41827</c:v>
                </c:pt>
                <c:pt idx="190">
                  <c:v>41828</c:v>
                </c:pt>
                <c:pt idx="191">
                  <c:v>41829</c:v>
                </c:pt>
                <c:pt idx="192">
                  <c:v>41830</c:v>
                </c:pt>
                <c:pt idx="193">
                  <c:v>41831</c:v>
                </c:pt>
                <c:pt idx="194">
                  <c:v>41832</c:v>
                </c:pt>
                <c:pt idx="195">
                  <c:v>41833</c:v>
                </c:pt>
                <c:pt idx="196">
                  <c:v>41834</c:v>
                </c:pt>
                <c:pt idx="197">
                  <c:v>41835</c:v>
                </c:pt>
                <c:pt idx="198">
                  <c:v>41836</c:v>
                </c:pt>
                <c:pt idx="199">
                  <c:v>41837</c:v>
                </c:pt>
                <c:pt idx="200">
                  <c:v>41838</c:v>
                </c:pt>
                <c:pt idx="201">
                  <c:v>41839</c:v>
                </c:pt>
                <c:pt idx="202">
                  <c:v>41840</c:v>
                </c:pt>
                <c:pt idx="203">
                  <c:v>41841</c:v>
                </c:pt>
                <c:pt idx="204">
                  <c:v>41842</c:v>
                </c:pt>
                <c:pt idx="205">
                  <c:v>41843</c:v>
                </c:pt>
                <c:pt idx="206">
                  <c:v>41844</c:v>
                </c:pt>
                <c:pt idx="207">
                  <c:v>41845</c:v>
                </c:pt>
                <c:pt idx="208">
                  <c:v>41846</c:v>
                </c:pt>
                <c:pt idx="209">
                  <c:v>41847</c:v>
                </c:pt>
                <c:pt idx="210">
                  <c:v>41848</c:v>
                </c:pt>
                <c:pt idx="211">
                  <c:v>41849</c:v>
                </c:pt>
                <c:pt idx="212">
                  <c:v>41850</c:v>
                </c:pt>
                <c:pt idx="213">
                  <c:v>41851</c:v>
                </c:pt>
                <c:pt idx="214">
                  <c:v>41852</c:v>
                </c:pt>
                <c:pt idx="215">
                  <c:v>41853</c:v>
                </c:pt>
                <c:pt idx="216">
                  <c:v>41854</c:v>
                </c:pt>
                <c:pt idx="217">
                  <c:v>41855</c:v>
                </c:pt>
                <c:pt idx="218">
                  <c:v>41856</c:v>
                </c:pt>
                <c:pt idx="219">
                  <c:v>41857</c:v>
                </c:pt>
                <c:pt idx="220">
                  <c:v>41858</c:v>
                </c:pt>
                <c:pt idx="221">
                  <c:v>41859</c:v>
                </c:pt>
                <c:pt idx="222">
                  <c:v>41860</c:v>
                </c:pt>
                <c:pt idx="223">
                  <c:v>41861</c:v>
                </c:pt>
                <c:pt idx="224">
                  <c:v>41862</c:v>
                </c:pt>
                <c:pt idx="225">
                  <c:v>41863</c:v>
                </c:pt>
                <c:pt idx="226">
                  <c:v>41864</c:v>
                </c:pt>
                <c:pt idx="227">
                  <c:v>41865</c:v>
                </c:pt>
                <c:pt idx="228">
                  <c:v>41866</c:v>
                </c:pt>
                <c:pt idx="229">
                  <c:v>41867</c:v>
                </c:pt>
                <c:pt idx="230">
                  <c:v>41868</c:v>
                </c:pt>
                <c:pt idx="231">
                  <c:v>41869</c:v>
                </c:pt>
                <c:pt idx="232">
                  <c:v>41870</c:v>
                </c:pt>
                <c:pt idx="233">
                  <c:v>41871</c:v>
                </c:pt>
                <c:pt idx="234">
                  <c:v>41872</c:v>
                </c:pt>
                <c:pt idx="235">
                  <c:v>41873</c:v>
                </c:pt>
                <c:pt idx="236">
                  <c:v>41874</c:v>
                </c:pt>
                <c:pt idx="237">
                  <c:v>41875</c:v>
                </c:pt>
                <c:pt idx="238">
                  <c:v>41876</c:v>
                </c:pt>
                <c:pt idx="239">
                  <c:v>41877</c:v>
                </c:pt>
                <c:pt idx="240">
                  <c:v>41878</c:v>
                </c:pt>
                <c:pt idx="241">
                  <c:v>41879</c:v>
                </c:pt>
                <c:pt idx="242">
                  <c:v>41880</c:v>
                </c:pt>
                <c:pt idx="243">
                  <c:v>41881</c:v>
                </c:pt>
                <c:pt idx="244">
                  <c:v>41882</c:v>
                </c:pt>
                <c:pt idx="245">
                  <c:v>41883</c:v>
                </c:pt>
                <c:pt idx="246">
                  <c:v>41884</c:v>
                </c:pt>
                <c:pt idx="247">
                  <c:v>41885</c:v>
                </c:pt>
                <c:pt idx="248">
                  <c:v>41886</c:v>
                </c:pt>
                <c:pt idx="249">
                  <c:v>41887</c:v>
                </c:pt>
                <c:pt idx="250">
                  <c:v>41888</c:v>
                </c:pt>
                <c:pt idx="251">
                  <c:v>41889</c:v>
                </c:pt>
                <c:pt idx="252">
                  <c:v>41890</c:v>
                </c:pt>
                <c:pt idx="253">
                  <c:v>41891</c:v>
                </c:pt>
                <c:pt idx="254">
                  <c:v>41892</c:v>
                </c:pt>
                <c:pt idx="255">
                  <c:v>41893</c:v>
                </c:pt>
                <c:pt idx="256">
                  <c:v>41894</c:v>
                </c:pt>
                <c:pt idx="257">
                  <c:v>41895</c:v>
                </c:pt>
                <c:pt idx="258">
                  <c:v>41896</c:v>
                </c:pt>
                <c:pt idx="259">
                  <c:v>41897</c:v>
                </c:pt>
                <c:pt idx="260">
                  <c:v>41898</c:v>
                </c:pt>
                <c:pt idx="261">
                  <c:v>41899</c:v>
                </c:pt>
                <c:pt idx="262">
                  <c:v>41900</c:v>
                </c:pt>
                <c:pt idx="263">
                  <c:v>41901</c:v>
                </c:pt>
                <c:pt idx="264">
                  <c:v>41902</c:v>
                </c:pt>
                <c:pt idx="265">
                  <c:v>41903</c:v>
                </c:pt>
                <c:pt idx="266">
                  <c:v>41904</c:v>
                </c:pt>
                <c:pt idx="267">
                  <c:v>41905</c:v>
                </c:pt>
                <c:pt idx="268">
                  <c:v>41906</c:v>
                </c:pt>
                <c:pt idx="269">
                  <c:v>41907</c:v>
                </c:pt>
                <c:pt idx="270">
                  <c:v>41908</c:v>
                </c:pt>
                <c:pt idx="271">
                  <c:v>41909</c:v>
                </c:pt>
                <c:pt idx="272">
                  <c:v>41910</c:v>
                </c:pt>
                <c:pt idx="273">
                  <c:v>41911</c:v>
                </c:pt>
                <c:pt idx="274">
                  <c:v>41912</c:v>
                </c:pt>
                <c:pt idx="275">
                  <c:v>41913</c:v>
                </c:pt>
                <c:pt idx="276">
                  <c:v>41914</c:v>
                </c:pt>
                <c:pt idx="277">
                  <c:v>41915</c:v>
                </c:pt>
                <c:pt idx="278">
                  <c:v>41916</c:v>
                </c:pt>
                <c:pt idx="279">
                  <c:v>41917</c:v>
                </c:pt>
                <c:pt idx="280">
                  <c:v>41918</c:v>
                </c:pt>
                <c:pt idx="281">
                  <c:v>41919</c:v>
                </c:pt>
                <c:pt idx="282">
                  <c:v>41920</c:v>
                </c:pt>
                <c:pt idx="283">
                  <c:v>41921</c:v>
                </c:pt>
                <c:pt idx="284">
                  <c:v>41922</c:v>
                </c:pt>
                <c:pt idx="285">
                  <c:v>41923</c:v>
                </c:pt>
                <c:pt idx="286">
                  <c:v>41924</c:v>
                </c:pt>
                <c:pt idx="287">
                  <c:v>41925</c:v>
                </c:pt>
                <c:pt idx="288">
                  <c:v>41926</c:v>
                </c:pt>
                <c:pt idx="289">
                  <c:v>41927</c:v>
                </c:pt>
                <c:pt idx="290">
                  <c:v>41928</c:v>
                </c:pt>
                <c:pt idx="291">
                  <c:v>41929</c:v>
                </c:pt>
                <c:pt idx="292">
                  <c:v>41930</c:v>
                </c:pt>
                <c:pt idx="293">
                  <c:v>41931</c:v>
                </c:pt>
                <c:pt idx="294">
                  <c:v>41932</c:v>
                </c:pt>
                <c:pt idx="295">
                  <c:v>41933</c:v>
                </c:pt>
                <c:pt idx="296">
                  <c:v>41934</c:v>
                </c:pt>
                <c:pt idx="297">
                  <c:v>41935</c:v>
                </c:pt>
                <c:pt idx="298">
                  <c:v>41936</c:v>
                </c:pt>
                <c:pt idx="299">
                  <c:v>41937</c:v>
                </c:pt>
                <c:pt idx="300">
                  <c:v>41938</c:v>
                </c:pt>
                <c:pt idx="301">
                  <c:v>41939</c:v>
                </c:pt>
                <c:pt idx="302">
                  <c:v>41940</c:v>
                </c:pt>
                <c:pt idx="303">
                  <c:v>41941</c:v>
                </c:pt>
                <c:pt idx="304">
                  <c:v>41942</c:v>
                </c:pt>
                <c:pt idx="305">
                  <c:v>41943</c:v>
                </c:pt>
                <c:pt idx="306">
                  <c:v>41944</c:v>
                </c:pt>
                <c:pt idx="307">
                  <c:v>41945</c:v>
                </c:pt>
                <c:pt idx="308">
                  <c:v>41946</c:v>
                </c:pt>
                <c:pt idx="309">
                  <c:v>41947</c:v>
                </c:pt>
                <c:pt idx="310">
                  <c:v>41948</c:v>
                </c:pt>
                <c:pt idx="311">
                  <c:v>41949</c:v>
                </c:pt>
                <c:pt idx="312">
                  <c:v>41950</c:v>
                </c:pt>
                <c:pt idx="313">
                  <c:v>41951</c:v>
                </c:pt>
                <c:pt idx="314">
                  <c:v>41952</c:v>
                </c:pt>
                <c:pt idx="315">
                  <c:v>41953</c:v>
                </c:pt>
                <c:pt idx="316">
                  <c:v>41954</c:v>
                </c:pt>
                <c:pt idx="317">
                  <c:v>41955</c:v>
                </c:pt>
                <c:pt idx="318">
                  <c:v>41956</c:v>
                </c:pt>
                <c:pt idx="319">
                  <c:v>41957</c:v>
                </c:pt>
                <c:pt idx="320">
                  <c:v>41958</c:v>
                </c:pt>
                <c:pt idx="321">
                  <c:v>41959</c:v>
                </c:pt>
                <c:pt idx="322">
                  <c:v>41960</c:v>
                </c:pt>
                <c:pt idx="323">
                  <c:v>41961</c:v>
                </c:pt>
                <c:pt idx="324">
                  <c:v>41962</c:v>
                </c:pt>
                <c:pt idx="325">
                  <c:v>41963</c:v>
                </c:pt>
                <c:pt idx="326">
                  <c:v>41964</c:v>
                </c:pt>
                <c:pt idx="327">
                  <c:v>41965</c:v>
                </c:pt>
                <c:pt idx="328">
                  <c:v>41966</c:v>
                </c:pt>
                <c:pt idx="329">
                  <c:v>41967</c:v>
                </c:pt>
                <c:pt idx="330">
                  <c:v>41968</c:v>
                </c:pt>
                <c:pt idx="331">
                  <c:v>41969</c:v>
                </c:pt>
                <c:pt idx="332">
                  <c:v>41970</c:v>
                </c:pt>
                <c:pt idx="333">
                  <c:v>41971</c:v>
                </c:pt>
                <c:pt idx="334">
                  <c:v>41972</c:v>
                </c:pt>
                <c:pt idx="335">
                  <c:v>41973</c:v>
                </c:pt>
                <c:pt idx="336">
                  <c:v>41974</c:v>
                </c:pt>
                <c:pt idx="337">
                  <c:v>41975</c:v>
                </c:pt>
                <c:pt idx="338">
                  <c:v>41976</c:v>
                </c:pt>
                <c:pt idx="339">
                  <c:v>41977</c:v>
                </c:pt>
                <c:pt idx="340">
                  <c:v>41978</c:v>
                </c:pt>
                <c:pt idx="341">
                  <c:v>41979</c:v>
                </c:pt>
                <c:pt idx="342">
                  <c:v>41980</c:v>
                </c:pt>
                <c:pt idx="343">
                  <c:v>41981</c:v>
                </c:pt>
                <c:pt idx="344">
                  <c:v>41982</c:v>
                </c:pt>
                <c:pt idx="345">
                  <c:v>41983</c:v>
                </c:pt>
                <c:pt idx="346">
                  <c:v>41984</c:v>
                </c:pt>
                <c:pt idx="347">
                  <c:v>41985</c:v>
                </c:pt>
                <c:pt idx="348">
                  <c:v>41986</c:v>
                </c:pt>
                <c:pt idx="349">
                  <c:v>41987</c:v>
                </c:pt>
                <c:pt idx="350">
                  <c:v>41988</c:v>
                </c:pt>
                <c:pt idx="351">
                  <c:v>41989</c:v>
                </c:pt>
                <c:pt idx="352">
                  <c:v>41990</c:v>
                </c:pt>
                <c:pt idx="353">
                  <c:v>41991</c:v>
                </c:pt>
                <c:pt idx="354">
                  <c:v>41992</c:v>
                </c:pt>
                <c:pt idx="355">
                  <c:v>41993</c:v>
                </c:pt>
                <c:pt idx="356">
                  <c:v>41994</c:v>
                </c:pt>
                <c:pt idx="357">
                  <c:v>41995</c:v>
                </c:pt>
                <c:pt idx="358">
                  <c:v>41996</c:v>
                </c:pt>
                <c:pt idx="359">
                  <c:v>41997</c:v>
                </c:pt>
                <c:pt idx="360">
                  <c:v>41998</c:v>
                </c:pt>
                <c:pt idx="361">
                  <c:v>41999</c:v>
                </c:pt>
                <c:pt idx="362">
                  <c:v>42000</c:v>
                </c:pt>
                <c:pt idx="363">
                  <c:v>42001</c:v>
                </c:pt>
                <c:pt idx="364">
                  <c:v>42002</c:v>
                </c:pt>
                <c:pt idx="365">
                  <c:v>42003</c:v>
                </c:pt>
                <c:pt idx="366">
                  <c:v>42004</c:v>
                </c:pt>
                <c:pt idx="367">
                  <c:v>42005</c:v>
                </c:pt>
                <c:pt idx="368">
                  <c:v>42006</c:v>
                </c:pt>
                <c:pt idx="369">
                  <c:v>42007</c:v>
                </c:pt>
                <c:pt idx="370">
                  <c:v>42008</c:v>
                </c:pt>
                <c:pt idx="371">
                  <c:v>42009</c:v>
                </c:pt>
                <c:pt idx="372">
                  <c:v>42010</c:v>
                </c:pt>
                <c:pt idx="373">
                  <c:v>42011</c:v>
                </c:pt>
                <c:pt idx="374">
                  <c:v>42012</c:v>
                </c:pt>
                <c:pt idx="375">
                  <c:v>42013</c:v>
                </c:pt>
                <c:pt idx="376">
                  <c:v>42014</c:v>
                </c:pt>
                <c:pt idx="377">
                  <c:v>42015</c:v>
                </c:pt>
                <c:pt idx="378">
                  <c:v>42016</c:v>
                </c:pt>
                <c:pt idx="379">
                  <c:v>42017</c:v>
                </c:pt>
                <c:pt idx="380">
                  <c:v>42018</c:v>
                </c:pt>
                <c:pt idx="381">
                  <c:v>42019</c:v>
                </c:pt>
                <c:pt idx="382">
                  <c:v>42020</c:v>
                </c:pt>
                <c:pt idx="383">
                  <c:v>42021</c:v>
                </c:pt>
                <c:pt idx="384">
                  <c:v>42022</c:v>
                </c:pt>
                <c:pt idx="385">
                  <c:v>42023</c:v>
                </c:pt>
                <c:pt idx="386">
                  <c:v>42024</c:v>
                </c:pt>
                <c:pt idx="387">
                  <c:v>42025</c:v>
                </c:pt>
                <c:pt idx="388">
                  <c:v>42026</c:v>
                </c:pt>
                <c:pt idx="389">
                  <c:v>42027</c:v>
                </c:pt>
                <c:pt idx="390">
                  <c:v>42028</c:v>
                </c:pt>
                <c:pt idx="391">
                  <c:v>42029</c:v>
                </c:pt>
                <c:pt idx="392">
                  <c:v>42030</c:v>
                </c:pt>
                <c:pt idx="393">
                  <c:v>42031</c:v>
                </c:pt>
                <c:pt idx="394">
                  <c:v>42032</c:v>
                </c:pt>
                <c:pt idx="395">
                  <c:v>42033</c:v>
                </c:pt>
                <c:pt idx="396">
                  <c:v>42034</c:v>
                </c:pt>
                <c:pt idx="397">
                  <c:v>42035</c:v>
                </c:pt>
                <c:pt idx="398">
                  <c:v>42036</c:v>
                </c:pt>
                <c:pt idx="399">
                  <c:v>42037</c:v>
                </c:pt>
                <c:pt idx="400">
                  <c:v>42038</c:v>
                </c:pt>
                <c:pt idx="401">
                  <c:v>42039</c:v>
                </c:pt>
                <c:pt idx="402">
                  <c:v>42040</c:v>
                </c:pt>
                <c:pt idx="403">
                  <c:v>42041</c:v>
                </c:pt>
                <c:pt idx="404">
                  <c:v>42042</c:v>
                </c:pt>
                <c:pt idx="405">
                  <c:v>42043</c:v>
                </c:pt>
                <c:pt idx="406">
                  <c:v>42044</c:v>
                </c:pt>
                <c:pt idx="407">
                  <c:v>42045</c:v>
                </c:pt>
                <c:pt idx="408">
                  <c:v>42046</c:v>
                </c:pt>
                <c:pt idx="409">
                  <c:v>42047</c:v>
                </c:pt>
                <c:pt idx="410">
                  <c:v>42048</c:v>
                </c:pt>
                <c:pt idx="411">
                  <c:v>42049</c:v>
                </c:pt>
                <c:pt idx="412">
                  <c:v>42050</c:v>
                </c:pt>
                <c:pt idx="413">
                  <c:v>42051</c:v>
                </c:pt>
                <c:pt idx="414">
                  <c:v>42052</c:v>
                </c:pt>
                <c:pt idx="415">
                  <c:v>42053</c:v>
                </c:pt>
                <c:pt idx="416">
                  <c:v>42054</c:v>
                </c:pt>
                <c:pt idx="417">
                  <c:v>42055</c:v>
                </c:pt>
                <c:pt idx="418">
                  <c:v>42056</c:v>
                </c:pt>
                <c:pt idx="419">
                  <c:v>42057</c:v>
                </c:pt>
                <c:pt idx="420">
                  <c:v>42058</c:v>
                </c:pt>
                <c:pt idx="421">
                  <c:v>42059</c:v>
                </c:pt>
                <c:pt idx="422">
                  <c:v>42060</c:v>
                </c:pt>
                <c:pt idx="423">
                  <c:v>42061</c:v>
                </c:pt>
                <c:pt idx="424">
                  <c:v>42062</c:v>
                </c:pt>
                <c:pt idx="425">
                  <c:v>42063</c:v>
                </c:pt>
                <c:pt idx="426">
                  <c:v>42064</c:v>
                </c:pt>
                <c:pt idx="427">
                  <c:v>42065</c:v>
                </c:pt>
                <c:pt idx="428">
                  <c:v>42066</c:v>
                </c:pt>
                <c:pt idx="429">
                  <c:v>42067</c:v>
                </c:pt>
                <c:pt idx="430">
                  <c:v>42068</c:v>
                </c:pt>
                <c:pt idx="431">
                  <c:v>42069</c:v>
                </c:pt>
                <c:pt idx="432">
                  <c:v>42070</c:v>
                </c:pt>
                <c:pt idx="433">
                  <c:v>42071</c:v>
                </c:pt>
                <c:pt idx="434">
                  <c:v>42072</c:v>
                </c:pt>
                <c:pt idx="435">
                  <c:v>42073</c:v>
                </c:pt>
                <c:pt idx="436">
                  <c:v>42074</c:v>
                </c:pt>
                <c:pt idx="437">
                  <c:v>42075</c:v>
                </c:pt>
                <c:pt idx="438">
                  <c:v>42076</c:v>
                </c:pt>
                <c:pt idx="439">
                  <c:v>42077</c:v>
                </c:pt>
                <c:pt idx="440">
                  <c:v>42078</c:v>
                </c:pt>
                <c:pt idx="441">
                  <c:v>42079</c:v>
                </c:pt>
                <c:pt idx="442">
                  <c:v>42080</c:v>
                </c:pt>
                <c:pt idx="443">
                  <c:v>42081</c:v>
                </c:pt>
                <c:pt idx="444">
                  <c:v>42082</c:v>
                </c:pt>
                <c:pt idx="445">
                  <c:v>42083</c:v>
                </c:pt>
                <c:pt idx="446">
                  <c:v>42084</c:v>
                </c:pt>
                <c:pt idx="447">
                  <c:v>42085</c:v>
                </c:pt>
                <c:pt idx="448">
                  <c:v>42086</c:v>
                </c:pt>
                <c:pt idx="449">
                  <c:v>42087</c:v>
                </c:pt>
                <c:pt idx="450">
                  <c:v>42088</c:v>
                </c:pt>
                <c:pt idx="451">
                  <c:v>42089</c:v>
                </c:pt>
                <c:pt idx="452">
                  <c:v>42090</c:v>
                </c:pt>
                <c:pt idx="453">
                  <c:v>42091</c:v>
                </c:pt>
                <c:pt idx="454">
                  <c:v>42092</c:v>
                </c:pt>
                <c:pt idx="455">
                  <c:v>42093</c:v>
                </c:pt>
                <c:pt idx="456">
                  <c:v>42094</c:v>
                </c:pt>
                <c:pt idx="457">
                  <c:v>42095</c:v>
                </c:pt>
                <c:pt idx="458">
                  <c:v>42096</c:v>
                </c:pt>
                <c:pt idx="459">
                  <c:v>42097</c:v>
                </c:pt>
                <c:pt idx="460">
                  <c:v>42098</c:v>
                </c:pt>
                <c:pt idx="461">
                  <c:v>42099</c:v>
                </c:pt>
                <c:pt idx="462">
                  <c:v>42100</c:v>
                </c:pt>
                <c:pt idx="463">
                  <c:v>42101</c:v>
                </c:pt>
                <c:pt idx="464">
                  <c:v>42102</c:v>
                </c:pt>
                <c:pt idx="465">
                  <c:v>42103</c:v>
                </c:pt>
                <c:pt idx="466">
                  <c:v>42104</c:v>
                </c:pt>
                <c:pt idx="467">
                  <c:v>42105</c:v>
                </c:pt>
                <c:pt idx="468">
                  <c:v>42106</c:v>
                </c:pt>
                <c:pt idx="469">
                  <c:v>42107</c:v>
                </c:pt>
                <c:pt idx="470">
                  <c:v>42108</c:v>
                </c:pt>
                <c:pt idx="471">
                  <c:v>42109</c:v>
                </c:pt>
                <c:pt idx="472">
                  <c:v>42110</c:v>
                </c:pt>
                <c:pt idx="473">
                  <c:v>42111</c:v>
                </c:pt>
                <c:pt idx="474">
                  <c:v>42112</c:v>
                </c:pt>
                <c:pt idx="475">
                  <c:v>42113</c:v>
                </c:pt>
                <c:pt idx="476">
                  <c:v>42114</c:v>
                </c:pt>
                <c:pt idx="477">
                  <c:v>42115</c:v>
                </c:pt>
                <c:pt idx="478">
                  <c:v>42116</c:v>
                </c:pt>
                <c:pt idx="479">
                  <c:v>42117</c:v>
                </c:pt>
                <c:pt idx="480">
                  <c:v>42118</c:v>
                </c:pt>
                <c:pt idx="481">
                  <c:v>42119</c:v>
                </c:pt>
                <c:pt idx="482">
                  <c:v>42120</c:v>
                </c:pt>
                <c:pt idx="483">
                  <c:v>42121</c:v>
                </c:pt>
                <c:pt idx="484">
                  <c:v>42122</c:v>
                </c:pt>
                <c:pt idx="485">
                  <c:v>42123</c:v>
                </c:pt>
                <c:pt idx="486">
                  <c:v>42124</c:v>
                </c:pt>
                <c:pt idx="487">
                  <c:v>42125</c:v>
                </c:pt>
                <c:pt idx="488">
                  <c:v>42126</c:v>
                </c:pt>
                <c:pt idx="489">
                  <c:v>42127</c:v>
                </c:pt>
                <c:pt idx="490">
                  <c:v>42128</c:v>
                </c:pt>
                <c:pt idx="491">
                  <c:v>42129</c:v>
                </c:pt>
                <c:pt idx="492">
                  <c:v>42130</c:v>
                </c:pt>
                <c:pt idx="493">
                  <c:v>42131</c:v>
                </c:pt>
                <c:pt idx="494">
                  <c:v>42132</c:v>
                </c:pt>
                <c:pt idx="495">
                  <c:v>42133</c:v>
                </c:pt>
                <c:pt idx="496">
                  <c:v>42134</c:v>
                </c:pt>
                <c:pt idx="497">
                  <c:v>42135</c:v>
                </c:pt>
                <c:pt idx="498">
                  <c:v>42136</c:v>
                </c:pt>
                <c:pt idx="499">
                  <c:v>42137</c:v>
                </c:pt>
                <c:pt idx="500">
                  <c:v>42138</c:v>
                </c:pt>
                <c:pt idx="501">
                  <c:v>42139</c:v>
                </c:pt>
                <c:pt idx="502">
                  <c:v>42140</c:v>
                </c:pt>
                <c:pt idx="503">
                  <c:v>42141</c:v>
                </c:pt>
                <c:pt idx="504">
                  <c:v>42142</c:v>
                </c:pt>
                <c:pt idx="505">
                  <c:v>42143</c:v>
                </c:pt>
                <c:pt idx="506">
                  <c:v>42144</c:v>
                </c:pt>
                <c:pt idx="507">
                  <c:v>42145</c:v>
                </c:pt>
                <c:pt idx="508">
                  <c:v>42146</c:v>
                </c:pt>
                <c:pt idx="509">
                  <c:v>42147</c:v>
                </c:pt>
                <c:pt idx="510">
                  <c:v>42148</c:v>
                </c:pt>
                <c:pt idx="511">
                  <c:v>42149</c:v>
                </c:pt>
                <c:pt idx="512">
                  <c:v>42150</c:v>
                </c:pt>
                <c:pt idx="513">
                  <c:v>42151</c:v>
                </c:pt>
                <c:pt idx="514">
                  <c:v>42152</c:v>
                </c:pt>
                <c:pt idx="515">
                  <c:v>42153</c:v>
                </c:pt>
                <c:pt idx="516">
                  <c:v>42154</c:v>
                </c:pt>
                <c:pt idx="517">
                  <c:v>42155</c:v>
                </c:pt>
                <c:pt idx="518">
                  <c:v>42156</c:v>
                </c:pt>
                <c:pt idx="519">
                  <c:v>42157</c:v>
                </c:pt>
                <c:pt idx="520">
                  <c:v>42158</c:v>
                </c:pt>
                <c:pt idx="521">
                  <c:v>42159</c:v>
                </c:pt>
                <c:pt idx="522">
                  <c:v>42160</c:v>
                </c:pt>
                <c:pt idx="523">
                  <c:v>42161</c:v>
                </c:pt>
                <c:pt idx="524">
                  <c:v>42162</c:v>
                </c:pt>
                <c:pt idx="525">
                  <c:v>42163</c:v>
                </c:pt>
                <c:pt idx="526">
                  <c:v>42164</c:v>
                </c:pt>
                <c:pt idx="527">
                  <c:v>42165</c:v>
                </c:pt>
                <c:pt idx="528">
                  <c:v>42166</c:v>
                </c:pt>
                <c:pt idx="529">
                  <c:v>42167</c:v>
                </c:pt>
                <c:pt idx="530">
                  <c:v>42168</c:v>
                </c:pt>
                <c:pt idx="531">
                  <c:v>42169</c:v>
                </c:pt>
                <c:pt idx="532">
                  <c:v>42170</c:v>
                </c:pt>
                <c:pt idx="533">
                  <c:v>42171</c:v>
                </c:pt>
                <c:pt idx="534">
                  <c:v>42172</c:v>
                </c:pt>
                <c:pt idx="535">
                  <c:v>42173</c:v>
                </c:pt>
                <c:pt idx="536">
                  <c:v>42174</c:v>
                </c:pt>
                <c:pt idx="537">
                  <c:v>42175</c:v>
                </c:pt>
                <c:pt idx="538">
                  <c:v>42176</c:v>
                </c:pt>
                <c:pt idx="539">
                  <c:v>42177</c:v>
                </c:pt>
                <c:pt idx="540">
                  <c:v>42178</c:v>
                </c:pt>
                <c:pt idx="541">
                  <c:v>42179</c:v>
                </c:pt>
                <c:pt idx="542">
                  <c:v>42180</c:v>
                </c:pt>
                <c:pt idx="543">
                  <c:v>42181</c:v>
                </c:pt>
                <c:pt idx="544">
                  <c:v>42182</c:v>
                </c:pt>
                <c:pt idx="545">
                  <c:v>42183</c:v>
                </c:pt>
                <c:pt idx="546">
                  <c:v>42184</c:v>
                </c:pt>
                <c:pt idx="547">
                  <c:v>42185</c:v>
                </c:pt>
                <c:pt idx="548">
                  <c:v>42186</c:v>
                </c:pt>
                <c:pt idx="549">
                  <c:v>42187</c:v>
                </c:pt>
                <c:pt idx="550">
                  <c:v>42188</c:v>
                </c:pt>
                <c:pt idx="551">
                  <c:v>42189</c:v>
                </c:pt>
                <c:pt idx="552">
                  <c:v>42190</c:v>
                </c:pt>
                <c:pt idx="553">
                  <c:v>42191</c:v>
                </c:pt>
                <c:pt idx="554">
                  <c:v>42192</c:v>
                </c:pt>
                <c:pt idx="555">
                  <c:v>42193</c:v>
                </c:pt>
                <c:pt idx="556">
                  <c:v>42194</c:v>
                </c:pt>
                <c:pt idx="557">
                  <c:v>42195</c:v>
                </c:pt>
                <c:pt idx="558">
                  <c:v>42196</c:v>
                </c:pt>
                <c:pt idx="559">
                  <c:v>42197</c:v>
                </c:pt>
                <c:pt idx="560">
                  <c:v>42198</c:v>
                </c:pt>
                <c:pt idx="561">
                  <c:v>42199</c:v>
                </c:pt>
                <c:pt idx="562">
                  <c:v>42200</c:v>
                </c:pt>
                <c:pt idx="563">
                  <c:v>42201</c:v>
                </c:pt>
                <c:pt idx="564">
                  <c:v>42202</c:v>
                </c:pt>
                <c:pt idx="565">
                  <c:v>42203</c:v>
                </c:pt>
                <c:pt idx="566">
                  <c:v>42204</c:v>
                </c:pt>
                <c:pt idx="567">
                  <c:v>42205</c:v>
                </c:pt>
                <c:pt idx="568">
                  <c:v>42206</c:v>
                </c:pt>
                <c:pt idx="569">
                  <c:v>42207</c:v>
                </c:pt>
                <c:pt idx="570">
                  <c:v>42208</c:v>
                </c:pt>
                <c:pt idx="571">
                  <c:v>42209</c:v>
                </c:pt>
                <c:pt idx="572">
                  <c:v>42210</c:v>
                </c:pt>
                <c:pt idx="573">
                  <c:v>42211</c:v>
                </c:pt>
                <c:pt idx="574">
                  <c:v>42212</c:v>
                </c:pt>
                <c:pt idx="575">
                  <c:v>42213</c:v>
                </c:pt>
                <c:pt idx="576">
                  <c:v>42214</c:v>
                </c:pt>
                <c:pt idx="577">
                  <c:v>42215</c:v>
                </c:pt>
                <c:pt idx="578">
                  <c:v>42216</c:v>
                </c:pt>
                <c:pt idx="579">
                  <c:v>42217</c:v>
                </c:pt>
                <c:pt idx="580">
                  <c:v>42218</c:v>
                </c:pt>
                <c:pt idx="581">
                  <c:v>42219</c:v>
                </c:pt>
                <c:pt idx="582">
                  <c:v>42220</c:v>
                </c:pt>
                <c:pt idx="583">
                  <c:v>42221</c:v>
                </c:pt>
                <c:pt idx="584">
                  <c:v>42222</c:v>
                </c:pt>
                <c:pt idx="585">
                  <c:v>42223</c:v>
                </c:pt>
                <c:pt idx="586">
                  <c:v>42224</c:v>
                </c:pt>
                <c:pt idx="587">
                  <c:v>42225</c:v>
                </c:pt>
                <c:pt idx="588">
                  <c:v>42226</c:v>
                </c:pt>
                <c:pt idx="589">
                  <c:v>42227</c:v>
                </c:pt>
                <c:pt idx="590">
                  <c:v>42228</c:v>
                </c:pt>
                <c:pt idx="591">
                  <c:v>42229</c:v>
                </c:pt>
                <c:pt idx="592">
                  <c:v>42230</c:v>
                </c:pt>
                <c:pt idx="593">
                  <c:v>42231</c:v>
                </c:pt>
                <c:pt idx="594">
                  <c:v>42232</c:v>
                </c:pt>
                <c:pt idx="595">
                  <c:v>42233</c:v>
                </c:pt>
                <c:pt idx="596">
                  <c:v>42234</c:v>
                </c:pt>
                <c:pt idx="597">
                  <c:v>42235</c:v>
                </c:pt>
                <c:pt idx="598">
                  <c:v>42236</c:v>
                </c:pt>
                <c:pt idx="599">
                  <c:v>42237</c:v>
                </c:pt>
                <c:pt idx="600">
                  <c:v>42238</c:v>
                </c:pt>
                <c:pt idx="601">
                  <c:v>42239</c:v>
                </c:pt>
                <c:pt idx="602">
                  <c:v>42240</c:v>
                </c:pt>
                <c:pt idx="603">
                  <c:v>42241</c:v>
                </c:pt>
                <c:pt idx="604">
                  <c:v>42242</c:v>
                </c:pt>
                <c:pt idx="605">
                  <c:v>42243</c:v>
                </c:pt>
                <c:pt idx="606">
                  <c:v>42244</c:v>
                </c:pt>
                <c:pt idx="607">
                  <c:v>42245</c:v>
                </c:pt>
                <c:pt idx="608">
                  <c:v>42246</c:v>
                </c:pt>
                <c:pt idx="609">
                  <c:v>42247</c:v>
                </c:pt>
                <c:pt idx="610">
                  <c:v>42248</c:v>
                </c:pt>
                <c:pt idx="611">
                  <c:v>42249</c:v>
                </c:pt>
                <c:pt idx="612">
                  <c:v>42250</c:v>
                </c:pt>
                <c:pt idx="613">
                  <c:v>42251</c:v>
                </c:pt>
                <c:pt idx="614">
                  <c:v>42252</c:v>
                </c:pt>
                <c:pt idx="615">
                  <c:v>42253</c:v>
                </c:pt>
                <c:pt idx="616">
                  <c:v>42254</c:v>
                </c:pt>
                <c:pt idx="617">
                  <c:v>42255</c:v>
                </c:pt>
                <c:pt idx="618">
                  <c:v>42256</c:v>
                </c:pt>
                <c:pt idx="619">
                  <c:v>42257</c:v>
                </c:pt>
                <c:pt idx="620">
                  <c:v>42258</c:v>
                </c:pt>
                <c:pt idx="621">
                  <c:v>42259</c:v>
                </c:pt>
                <c:pt idx="622">
                  <c:v>42260</c:v>
                </c:pt>
                <c:pt idx="623">
                  <c:v>42261</c:v>
                </c:pt>
                <c:pt idx="624">
                  <c:v>42262</c:v>
                </c:pt>
                <c:pt idx="625">
                  <c:v>42263</c:v>
                </c:pt>
                <c:pt idx="626">
                  <c:v>42264</c:v>
                </c:pt>
                <c:pt idx="627">
                  <c:v>42265</c:v>
                </c:pt>
                <c:pt idx="628">
                  <c:v>42266</c:v>
                </c:pt>
                <c:pt idx="629">
                  <c:v>42267</c:v>
                </c:pt>
                <c:pt idx="630">
                  <c:v>42268</c:v>
                </c:pt>
                <c:pt idx="631">
                  <c:v>42269</c:v>
                </c:pt>
                <c:pt idx="632">
                  <c:v>42270</c:v>
                </c:pt>
                <c:pt idx="633">
                  <c:v>42271</c:v>
                </c:pt>
                <c:pt idx="634">
                  <c:v>42272</c:v>
                </c:pt>
                <c:pt idx="635">
                  <c:v>42273</c:v>
                </c:pt>
                <c:pt idx="636">
                  <c:v>42274</c:v>
                </c:pt>
                <c:pt idx="637">
                  <c:v>42275</c:v>
                </c:pt>
                <c:pt idx="638">
                  <c:v>42276</c:v>
                </c:pt>
                <c:pt idx="639">
                  <c:v>42277</c:v>
                </c:pt>
                <c:pt idx="640">
                  <c:v>42278</c:v>
                </c:pt>
                <c:pt idx="641">
                  <c:v>42279</c:v>
                </c:pt>
                <c:pt idx="642">
                  <c:v>42280</c:v>
                </c:pt>
                <c:pt idx="643">
                  <c:v>42281</c:v>
                </c:pt>
                <c:pt idx="644">
                  <c:v>42282</c:v>
                </c:pt>
                <c:pt idx="645">
                  <c:v>42283</c:v>
                </c:pt>
                <c:pt idx="646">
                  <c:v>42284</c:v>
                </c:pt>
                <c:pt idx="647">
                  <c:v>42285</c:v>
                </c:pt>
                <c:pt idx="648">
                  <c:v>42286</c:v>
                </c:pt>
                <c:pt idx="649">
                  <c:v>42287</c:v>
                </c:pt>
                <c:pt idx="650">
                  <c:v>42288</c:v>
                </c:pt>
                <c:pt idx="651">
                  <c:v>42289</c:v>
                </c:pt>
                <c:pt idx="652">
                  <c:v>42290</c:v>
                </c:pt>
                <c:pt idx="653">
                  <c:v>42291</c:v>
                </c:pt>
                <c:pt idx="654">
                  <c:v>42292</c:v>
                </c:pt>
                <c:pt idx="655">
                  <c:v>42293</c:v>
                </c:pt>
                <c:pt idx="656">
                  <c:v>42294</c:v>
                </c:pt>
                <c:pt idx="657">
                  <c:v>42295</c:v>
                </c:pt>
                <c:pt idx="658">
                  <c:v>42296</c:v>
                </c:pt>
                <c:pt idx="659">
                  <c:v>42297</c:v>
                </c:pt>
                <c:pt idx="660">
                  <c:v>42298</c:v>
                </c:pt>
                <c:pt idx="661">
                  <c:v>42299</c:v>
                </c:pt>
                <c:pt idx="662">
                  <c:v>42300</c:v>
                </c:pt>
                <c:pt idx="663">
                  <c:v>42301</c:v>
                </c:pt>
                <c:pt idx="664">
                  <c:v>42302</c:v>
                </c:pt>
                <c:pt idx="665">
                  <c:v>42303</c:v>
                </c:pt>
                <c:pt idx="666">
                  <c:v>42304</c:v>
                </c:pt>
                <c:pt idx="667">
                  <c:v>42305</c:v>
                </c:pt>
                <c:pt idx="668">
                  <c:v>42306</c:v>
                </c:pt>
                <c:pt idx="669">
                  <c:v>42307</c:v>
                </c:pt>
                <c:pt idx="670">
                  <c:v>42308</c:v>
                </c:pt>
                <c:pt idx="671">
                  <c:v>42309</c:v>
                </c:pt>
                <c:pt idx="672">
                  <c:v>42310</c:v>
                </c:pt>
                <c:pt idx="673">
                  <c:v>42311</c:v>
                </c:pt>
                <c:pt idx="674">
                  <c:v>42312</c:v>
                </c:pt>
                <c:pt idx="675">
                  <c:v>42313</c:v>
                </c:pt>
                <c:pt idx="676">
                  <c:v>42314</c:v>
                </c:pt>
                <c:pt idx="677">
                  <c:v>42315</c:v>
                </c:pt>
                <c:pt idx="678">
                  <c:v>42316</c:v>
                </c:pt>
                <c:pt idx="679">
                  <c:v>42317</c:v>
                </c:pt>
                <c:pt idx="680">
                  <c:v>42318</c:v>
                </c:pt>
                <c:pt idx="681">
                  <c:v>42319</c:v>
                </c:pt>
                <c:pt idx="682">
                  <c:v>42320</c:v>
                </c:pt>
                <c:pt idx="683">
                  <c:v>42321</c:v>
                </c:pt>
                <c:pt idx="684">
                  <c:v>42322</c:v>
                </c:pt>
                <c:pt idx="685">
                  <c:v>42323</c:v>
                </c:pt>
                <c:pt idx="686">
                  <c:v>42324</c:v>
                </c:pt>
                <c:pt idx="687">
                  <c:v>42325</c:v>
                </c:pt>
                <c:pt idx="688">
                  <c:v>42326</c:v>
                </c:pt>
                <c:pt idx="689">
                  <c:v>42327</c:v>
                </c:pt>
                <c:pt idx="690">
                  <c:v>42328</c:v>
                </c:pt>
                <c:pt idx="691">
                  <c:v>42329</c:v>
                </c:pt>
                <c:pt idx="692">
                  <c:v>42330</c:v>
                </c:pt>
                <c:pt idx="693">
                  <c:v>42331</c:v>
                </c:pt>
                <c:pt idx="694">
                  <c:v>42332</c:v>
                </c:pt>
                <c:pt idx="695">
                  <c:v>42333</c:v>
                </c:pt>
                <c:pt idx="696">
                  <c:v>42334</c:v>
                </c:pt>
                <c:pt idx="697">
                  <c:v>42335</c:v>
                </c:pt>
                <c:pt idx="698">
                  <c:v>42336</c:v>
                </c:pt>
                <c:pt idx="699">
                  <c:v>42337</c:v>
                </c:pt>
                <c:pt idx="700">
                  <c:v>42338</c:v>
                </c:pt>
                <c:pt idx="701">
                  <c:v>42339</c:v>
                </c:pt>
                <c:pt idx="702">
                  <c:v>42340</c:v>
                </c:pt>
                <c:pt idx="703">
                  <c:v>42341</c:v>
                </c:pt>
                <c:pt idx="704">
                  <c:v>42342</c:v>
                </c:pt>
                <c:pt idx="705">
                  <c:v>42343</c:v>
                </c:pt>
                <c:pt idx="706">
                  <c:v>42344</c:v>
                </c:pt>
                <c:pt idx="707">
                  <c:v>42345</c:v>
                </c:pt>
                <c:pt idx="708">
                  <c:v>42346</c:v>
                </c:pt>
                <c:pt idx="709">
                  <c:v>42347</c:v>
                </c:pt>
                <c:pt idx="710">
                  <c:v>42348</c:v>
                </c:pt>
                <c:pt idx="711">
                  <c:v>42349</c:v>
                </c:pt>
                <c:pt idx="712">
                  <c:v>42350</c:v>
                </c:pt>
                <c:pt idx="713">
                  <c:v>42351</c:v>
                </c:pt>
                <c:pt idx="714">
                  <c:v>42352</c:v>
                </c:pt>
                <c:pt idx="715">
                  <c:v>42353</c:v>
                </c:pt>
                <c:pt idx="716">
                  <c:v>42354</c:v>
                </c:pt>
                <c:pt idx="717">
                  <c:v>42355</c:v>
                </c:pt>
                <c:pt idx="718">
                  <c:v>42356</c:v>
                </c:pt>
                <c:pt idx="719">
                  <c:v>42357</c:v>
                </c:pt>
                <c:pt idx="720">
                  <c:v>42358</c:v>
                </c:pt>
                <c:pt idx="721">
                  <c:v>42359</c:v>
                </c:pt>
                <c:pt idx="722">
                  <c:v>42360</c:v>
                </c:pt>
                <c:pt idx="723">
                  <c:v>42361</c:v>
                </c:pt>
                <c:pt idx="724">
                  <c:v>42362</c:v>
                </c:pt>
                <c:pt idx="725">
                  <c:v>42363</c:v>
                </c:pt>
                <c:pt idx="726">
                  <c:v>42364</c:v>
                </c:pt>
                <c:pt idx="727">
                  <c:v>42365</c:v>
                </c:pt>
                <c:pt idx="728">
                  <c:v>42366</c:v>
                </c:pt>
                <c:pt idx="729">
                  <c:v>42367</c:v>
                </c:pt>
                <c:pt idx="730">
                  <c:v>42368</c:v>
                </c:pt>
                <c:pt idx="731">
                  <c:v>42369</c:v>
                </c:pt>
                <c:pt idx="732">
                  <c:v>42370</c:v>
                </c:pt>
                <c:pt idx="733">
                  <c:v>42371</c:v>
                </c:pt>
                <c:pt idx="734">
                  <c:v>42372</c:v>
                </c:pt>
                <c:pt idx="735">
                  <c:v>42373</c:v>
                </c:pt>
                <c:pt idx="736">
                  <c:v>42374</c:v>
                </c:pt>
                <c:pt idx="737">
                  <c:v>42375</c:v>
                </c:pt>
                <c:pt idx="738">
                  <c:v>42376</c:v>
                </c:pt>
                <c:pt idx="739">
                  <c:v>42377</c:v>
                </c:pt>
                <c:pt idx="740">
                  <c:v>42378</c:v>
                </c:pt>
                <c:pt idx="741">
                  <c:v>42379</c:v>
                </c:pt>
                <c:pt idx="742">
                  <c:v>42380</c:v>
                </c:pt>
                <c:pt idx="743">
                  <c:v>42381</c:v>
                </c:pt>
                <c:pt idx="744">
                  <c:v>42382</c:v>
                </c:pt>
                <c:pt idx="745">
                  <c:v>42383</c:v>
                </c:pt>
                <c:pt idx="746">
                  <c:v>42384</c:v>
                </c:pt>
                <c:pt idx="747">
                  <c:v>42385</c:v>
                </c:pt>
                <c:pt idx="748">
                  <c:v>42386</c:v>
                </c:pt>
                <c:pt idx="749">
                  <c:v>42387</c:v>
                </c:pt>
                <c:pt idx="750">
                  <c:v>42388</c:v>
                </c:pt>
                <c:pt idx="751">
                  <c:v>42389</c:v>
                </c:pt>
                <c:pt idx="752">
                  <c:v>42390</c:v>
                </c:pt>
                <c:pt idx="753">
                  <c:v>42391</c:v>
                </c:pt>
                <c:pt idx="754">
                  <c:v>42392</c:v>
                </c:pt>
                <c:pt idx="755">
                  <c:v>42393</c:v>
                </c:pt>
                <c:pt idx="756">
                  <c:v>42394</c:v>
                </c:pt>
                <c:pt idx="757">
                  <c:v>42395</c:v>
                </c:pt>
                <c:pt idx="758">
                  <c:v>42396</c:v>
                </c:pt>
                <c:pt idx="759">
                  <c:v>42397</c:v>
                </c:pt>
                <c:pt idx="760">
                  <c:v>42398</c:v>
                </c:pt>
                <c:pt idx="761">
                  <c:v>42399</c:v>
                </c:pt>
                <c:pt idx="762">
                  <c:v>42400</c:v>
                </c:pt>
                <c:pt idx="763">
                  <c:v>42401</c:v>
                </c:pt>
                <c:pt idx="764">
                  <c:v>42402</c:v>
                </c:pt>
                <c:pt idx="765">
                  <c:v>42403</c:v>
                </c:pt>
                <c:pt idx="766">
                  <c:v>42404</c:v>
                </c:pt>
                <c:pt idx="767">
                  <c:v>42405</c:v>
                </c:pt>
                <c:pt idx="768">
                  <c:v>42406</c:v>
                </c:pt>
                <c:pt idx="769">
                  <c:v>42407</c:v>
                </c:pt>
                <c:pt idx="770">
                  <c:v>42408</c:v>
                </c:pt>
                <c:pt idx="771">
                  <c:v>42409</c:v>
                </c:pt>
                <c:pt idx="772">
                  <c:v>42410</c:v>
                </c:pt>
                <c:pt idx="773">
                  <c:v>42411</c:v>
                </c:pt>
                <c:pt idx="774">
                  <c:v>42412</c:v>
                </c:pt>
                <c:pt idx="775">
                  <c:v>42413</c:v>
                </c:pt>
                <c:pt idx="776">
                  <c:v>42414</c:v>
                </c:pt>
                <c:pt idx="777">
                  <c:v>42415</c:v>
                </c:pt>
                <c:pt idx="778">
                  <c:v>42416</c:v>
                </c:pt>
                <c:pt idx="779">
                  <c:v>42417</c:v>
                </c:pt>
                <c:pt idx="780">
                  <c:v>42418</c:v>
                </c:pt>
                <c:pt idx="781">
                  <c:v>42419</c:v>
                </c:pt>
                <c:pt idx="782">
                  <c:v>42420</c:v>
                </c:pt>
                <c:pt idx="783">
                  <c:v>42421</c:v>
                </c:pt>
                <c:pt idx="784">
                  <c:v>42422</c:v>
                </c:pt>
                <c:pt idx="785">
                  <c:v>42423</c:v>
                </c:pt>
                <c:pt idx="786">
                  <c:v>42424</c:v>
                </c:pt>
                <c:pt idx="787">
                  <c:v>42425</c:v>
                </c:pt>
                <c:pt idx="788">
                  <c:v>42426</c:v>
                </c:pt>
                <c:pt idx="789">
                  <c:v>42427</c:v>
                </c:pt>
                <c:pt idx="790">
                  <c:v>42428</c:v>
                </c:pt>
                <c:pt idx="791">
                  <c:v>42429</c:v>
                </c:pt>
                <c:pt idx="792">
                  <c:v>42430</c:v>
                </c:pt>
                <c:pt idx="793">
                  <c:v>42431</c:v>
                </c:pt>
                <c:pt idx="794">
                  <c:v>42432</c:v>
                </c:pt>
                <c:pt idx="795">
                  <c:v>42433</c:v>
                </c:pt>
                <c:pt idx="796">
                  <c:v>42434</c:v>
                </c:pt>
                <c:pt idx="797">
                  <c:v>42435</c:v>
                </c:pt>
                <c:pt idx="798">
                  <c:v>42436</c:v>
                </c:pt>
                <c:pt idx="799">
                  <c:v>42437</c:v>
                </c:pt>
                <c:pt idx="800">
                  <c:v>42438</c:v>
                </c:pt>
                <c:pt idx="801">
                  <c:v>42439</c:v>
                </c:pt>
                <c:pt idx="802">
                  <c:v>42440</c:v>
                </c:pt>
                <c:pt idx="803">
                  <c:v>42441</c:v>
                </c:pt>
                <c:pt idx="804">
                  <c:v>42442</c:v>
                </c:pt>
                <c:pt idx="805">
                  <c:v>42443</c:v>
                </c:pt>
                <c:pt idx="806">
                  <c:v>42444</c:v>
                </c:pt>
                <c:pt idx="807">
                  <c:v>42445</c:v>
                </c:pt>
                <c:pt idx="808">
                  <c:v>42446</c:v>
                </c:pt>
                <c:pt idx="809">
                  <c:v>42447</c:v>
                </c:pt>
                <c:pt idx="810">
                  <c:v>42448</c:v>
                </c:pt>
                <c:pt idx="811">
                  <c:v>42449</c:v>
                </c:pt>
                <c:pt idx="812">
                  <c:v>42450</c:v>
                </c:pt>
                <c:pt idx="813">
                  <c:v>42451</c:v>
                </c:pt>
                <c:pt idx="814">
                  <c:v>42452</c:v>
                </c:pt>
                <c:pt idx="815">
                  <c:v>42453</c:v>
                </c:pt>
                <c:pt idx="816">
                  <c:v>42454</c:v>
                </c:pt>
                <c:pt idx="817">
                  <c:v>42455</c:v>
                </c:pt>
                <c:pt idx="818">
                  <c:v>42456</c:v>
                </c:pt>
                <c:pt idx="819">
                  <c:v>42457</c:v>
                </c:pt>
                <c:pt idx="820">
                  <c:v>42458</c:v>
                </c:pt>
                <c:pt idx="821">
                  <c:v>42459</c:v>
                </c:pt>
                <c:pt idx="822">
                  <c:v>42460</c:v>
                </c:pt>
                <c:pt idx="823">
                  <c:v>42461</c:v>
                </c:pt>
                <c:pt idx="824">
                  <c:v>42462</c:v>
                </c:pt>
                <c:pt idx="825">
                  <c:v>42463</c:v>
                </c:pt>
                <c:pt idx="826">
                  <c:v>42464</c:v>
                </c:pt>
                <c:pt idx="827">
                  <c:v>42465</c:v>
                </c:pt>
                <c:pt idx="828">
                  <c:v>42466</c:v>
                </c:pt>
                <c:pt idx="829">
                  <c:v>42467</c:v>
                </c:pt>
                <c:pt idx="830">
                  <c:v>42468</c:v>
                </c:pt>
                <c:pt idx="831">
                  <c:v>42469</c:v>
                </c:pt>
                <c:pt idx="832">
                  <c:v>42470</c:v>
                </c:pt>
                <c:pt idx="833">
                  <c:v>42471</c:v>
                </c:pt>
                <c:pt idx="834">
                  <c:v>42472</c:v>
                </c:pt>
                <c:pt idx="835">
                  <c:v>42473</c:v>
                </c:pt>
                <c:pt idx="836">
                  <c:v>42474</c:v>
                </c:pt>
                <c:pt idx="837">
                  <c:v>42475</c:v>
                </c:pt>
                <c:pt idx="838">
                  <c:v>42476</c:v>
                </c:pt>
                <c:pt idx="839">
                  <c:v>42477</c:v>
                </c:pt>
                <c:pt idx="840">
                  <c:v>42478</c:v>
                </c:pt>
                <c:pt idx="841">
                  <c:v>42479</c:v>
                </c:pt>
                <c:pt idx="842">
                  <c:v>42480</c:v>
                </c:pt>
                <c:pt idx="843">
                  <c:v>42481</c:v>
                </c:pt>
                <c:pt idx="844">
                  <c:v>42482</c:v>
                </c:pt>
                <c:pt idx="845">
                  <c:v>42483</c:v>
                </c:pt>
                <c:pt idx="846">
                  <c:v>42484</c:v>
                </c:pt>
                <c:pt idx="847">
                  <c:v>42485</c:v>
                </c:pt>
                <c:pt idx="848">
                  <c:v>42486</c:v>
                </c:pt>
                <c:pt idx="849">
                  <c:v>42487</c:v>
                </c:pt>
                <c:pt idx="850">
                  <c:v>42488</c:v>
                </c:pt>
                <c:pt idx="851">
                  <c:v>42489</c:v>
                </c:pt>
                <c:pt idx="852">
                  <c:v>42490</c:v>
                </c:pt>
                <c:pt idx="853">
                  <c:v>42491</c:v>
                </c:pt>
                <c:pt idx="854">
                  <c:v>42492</c:v>
                </c:pt>
                <c:pt idx="855">
                  <c:v>42493</c:v>
                </c:pt>
                <c:pt idx="856">
                  <c:v>42494</c:v>
                </c:pt>
                <c:pt idx="857">
                  <c:v>42495</c:v>
                </c:pt>
                <c:pt idx="858">
                  <c:v>42496</c:v>
                </c:pt>
                <c:pt idx="859">
                  <c:v>42497</c:v>
                </c:pt>
                <c:pt idx="860">
                  <c:v>42498</c:v>
                </c:pt>
                <c:pt idx="861">
                  <c:v>42499</c:v>
                </c:pt>
                <c:pt idx="862">
                  <c:v>42500</c:v>
                </c:pt>
                <c:pt idx="863">
                  <c:v>42501</c:v>
                </c:pt>
                <c:pt idx="864">
                  <c:v>42502</c:v>
                </c:pt>
                <c:pt idx="865">
                  <c:v>42503</c:v>
                </c:pt>
                <c:pt idx="866">
                  <c:v>42504</c:v>
                </c:pt>
                <c:pt idx="867">
                  <c:v>42505</c:v>
                </c:pt>
                <c:pt idx="868">
                  <c:v>42506</c:v>
                </c:pt>
                <c:pt idx="869">
                  <c:v>42507</c:v>
                </c:pt>
                <c:pt idx="870">
                  <c:v>42508</c:v>
                </c:pt>
                <c:pt idx="871">
                  <c:v>42509</c:v>
                </c:pt>
                <c:pt idx="872">
                  <c:v>42510</c:v>
                </c:pt>
                <c:pt idx="873">
                  <c:v>42511</c:v>
                </c:pt>
                <c:pt idx="874">
                  <c:v>42512</c:v>
                </c:pt>
                <c:pt idx="875">
                  <c:v>42513</c:v>
                </c:pt>
                <c:pt idx="876">
                  <c:v>42514</c:v>
                </c:pt>
                <c:pt idx="877">
                  <c:v>42515</c:v>
                </c:pt>
                <c:pt idx="878">
                  <c:v>42516</c:v>
                </c:pt>
                <c:pt idx="879">
                  <c:v>42517</c:v>
                </c:pt>
                <c:pt idx="880">
                  <c:v>42518</c:v>
                </c:pt>
                <c:pt idx="881">
                  <c:v>42519</c:v>
                </c:pt>
                <c:pt idx="882">
                  <c:v>42520</c:v>
                </c:pt>
                <c:pt idx="883">
                  <c:v>42521</c:v>
                </c:pt>
                <c:pt idx="884">
                  <c:v>42522</c:v>
                </c:pt>
                <c:pt idx="885">
                  <c:v>42523</c:v>
                </c:pt>
                <c:pt idx="886">
                  <c:v>42524</c:v>
                </c:pt>
                <c:pt idx="887">
                  <c:v>42525</c:v>
                </c:pt>
                <c:pt idx="888">
                  <c:v>42526</c:v>
                </c:pt>
                <c:pt idx="889">
                  <c:v>42527</c:v>
                </c:pt>
                <c:pt idx="890">
                  <c:v>42528</c:v>
                </c:pt>
                <c:pt idx="891">
                  <c:v>42529</c:v>
                </c:pt>
                <c:pt idx="892">
                  <c:v>42530</c:v>
                </c:pt>
                <c:pt idx="893">
                  <c:v>42531</c:v>
                </c:pt>
                <c:pt idx="894">
                  <c:v>42532</c:v>
                </c:pt>
                <c:pt idx="895">
                  <c:v>42533</c:v>
                </c:pt>
                <c:pt idx="896">
                  <c:v>42534</c:v>
                </c:pt>
                <c:pt idx="897">
                  <c:v>42535</c:v>
                </c:pt>
                <c:pt idx="898">
                  <c:v>42536</c:v>
                </c:pt>
                <c:pt idx="899">
                  <c:v>42537</c:v>
                </c:pt>
                <c:pt idx="900">
                  <c:v>42538</c:v>
                </c:pt>
                <c:pt idx="901">
                  <c:v>42539</c:v>
                </c:pt>
                <c:pt idx="902">
                  <c:v>42540</c:v>
                </c:pt>
                <c:pt idx="903">
                  <c:v>42541</c:v>
                </c:pt>
                <c:pt idx="904">
                  <c:v>42542</c:v>
                </c:pt>
                <c:pt idx="905">
                  <c:v>42543</c:v>
                </c:pt>
                <c:pt idx="906">
                  <c:v>42544</c:v>
                </c:pt>
                <c:pt idx="907">
                  <c:v>42545</c:v>
                </c:pt>
                <c:pt idx="908">
                  <c:v>42546</c:v>
                </c:pt>
                <c:pt idx="909">
                  <c:v>42547</c:v>
                </c:pt>
                <c:pt idx="910">
                  <c:v>42548</c:v>
                </c:pt>
                <c:pt idx="911">
                  <c:v>42549</c:v>
                </c:pt>
                <c:pt idx="912">
                  <c:v>42550</c:v>
                </c:pt>
                <c:pt idx="913">
                  <c:v>42551</c:v>
                </c:pt>
                <c:pt idx="914">
                  <c:v>42552</c:v>
                </c:pt>
                <c:pt idx="915">
                  <c:v>42553</c:v>
                </c:pt>
                <c:pt idx="916">
                  <c:v>42554</c:v>
                </c:pt>
                <c:pt idx="917">
                  <c:v>42555</c:v>
                </c:pt>
                <c:pt idx="918">
                  <c:v>42556</c:v>
                </c:pt>
                <c:pt idx="919">
                  <c:v>42557</c:v>
                </c:pt>
                <c:pt idx="920">
                  <c:v>42558</c:v>
                </c:pt>
                <c:pt idx="921">
                  <c:v>42559</c:v>
                </c:pt>
                <c:pt idx="922">
                  <c:v>42560</c:v>
                </c:pt>
                <c:pt idx="923">
                  <c:v>42561</c:v>
                </c:pt>
                <c:pt idx="924">
                  <c:v>42562</c:v>
                </c:pt>
                <c:pt idx="925">
                  <c:v>42563</c:v>
                </c:pt>
                <c:pt idx="926">
                  <c:v>42564</c:v>
                </c:pt>
                <c:pt idx="927">
                  <c:v>42565</c:v>
                </c:pt>
                <c:pt idx="928">
                  <c:v>42566</c:v>
                </c:pt>
                <c:pt idx="929">
                  <c:v>42567</c:v>
                </c:pt>
                <c:pt idx="930">
                  <c:v>42568</c:v>
                </c:pt>
                <c:pt idx="931">
                  <c:v>42569</c:v>
                </c:pt>
                <c:pt idx="932">
                  <c:v>42570</c:v>
                </c:pt>
                <c:pt idx="933">
                  <c:v>42571</c:v>
                </c:pt>
                <c:pt idx="934">
                  <c:v>42572</c:v>
                </c:pt>
                <c:pt idx="935">
                  <c:v>42573</c:v>
                </c:pt>
                <c:pt idx="936">
                  <c:v>42574</c:v>
                </c:pt>
                <c:pt idx="937">
                  <c:v>42575</c:v>
                </c:pt>
                <c:pt idx="938">
                  <c:v>42576</c:v>
                </c:pt>
                <c:pt idx="939">
                  <c:v>42577</c:v>
                </c:pt>
                <c:pt idx="940">
                  <c:v>42578</c:v>
                </c:pt>
                <c:pt idx="941">
                  <c:v>42579</c:v>
                </c:pt>
                <c:pt idx="942">
                  <c:v>42580</c:v>
                </c:pt>
                <c:pt idx="943">
                  <c:v>42581</c:v>
                </c:pt>
                <c:pt idx="944">
                  <c:v>42582</c:v>
                </c:pt>
                <c:pt idx="945">
                  <c:v>42583</c:v>
                </c:pt>
                <c:pt idx="946">
                  <c:v>42584</c:v>
                </c:pt>
                <c:pt idx="947">
                  <c:v>42585</c:v>
                </c:pt>
                <c:pt idx="948">
                  <c:v>42586</c:v>
                </c:pt>
                <c:pt idx="949">
                  <c:v>42587</c:v>
                </c:pt>
                <c:pt idx="950">
                  <c:v>42588</c:v>
                </c:pt>
                <c:pt idx="951">
                  <c:v>42589</c:v>
                </c:pt>
                <c:pt idx="952">
                  <c:v>42590</c:v>
                </c:pt>
                <c:pt idx="953">
                  <c:v>42591</c:v>
                </c:pt>
                <c:pt idx="954">
                  <c:v>42592</c:v>
                </c:pt>
                <c:pt idx="955">
                  <c:v>42593</c:v>
                </c:pt>
                <c:pt idx="956">
                  <c:v>42594</c:v>
                </c:pt>
                <c:pt idx="957">
                  <c:v>42595</c:v>
                </c:pt>
                <c:pt idx="958">
                  <c:v>42596</c:v>
                </c:pt>
                <c:pt idx="959">
                  <c:v>42597</c:v>
                </c:pt>
                <c:pt idx="960">
                  <c:v>42598</c:v>
                </c:pt>
                <c:pt idx="961">
                  <c:v>42599</c:v>
                </c:pt>
                <c:pt idx="962">
                  <c:v>42600</c:v>
                </c:pt>
                <c:pt idx="963">
                  <c:v>42601</c:v>
                </c:pt>
                <c:pt idx="964">
                  <c:v>42602</c:v>
                </c:pt>
                <c:pt idx="965">
                  <c:v>42603</c:v>
                </c:pt>
                <c:pt idx="966">
                  <c:v>42604</c:v>
                </c:pt>
                <c:pt idx="967">
                  <c:v>42605</c:v>
                </c:pt>
                <c:pt idx="968">
                  <c:v>42606</c:v>
                </c:pt>
                <c:pt idx="969">
                  <c:v>42607</c:v>
                </c:pt>
                <c:pt idx="970">
                  <c:v>42608</c:v>
                </c:pt>
                <c:pt idx="971">
                  <c:v>42609</c:v>
                </c:pt>
                <c:pt idx="972">
                  <c:v>42610</c:v>
                </c:pt>
                <c:pt idx="973">
                  <c:v>42611</c:v>
                </c:pt>
                <c:pt idx="974">
                  <c:v>42612</c:v>
                </c:pt>
                <c:pt idx="975">
                  <c:v>42613</c:v>
                </c:pt>
                <c:pt idx="976">
                  <c:v>42614</c:v>
                </c:pt>
                <c:pt idx="977">
                  <c:v>42615</c:v>
                </c:pt>
                <c:pt idx="978">
                  <c:v>42616</c:v>
                </c:pt>
                <c:pt idx="979">
                  <c:v>42617</c:v>
                </c:pt>
                <c:pt idx="980">
                  <c:v>42618</c:v>
                </c:pt>
                <c:pt idx="981">
                  <c:v>42619</c:v>
                </c:pt>
                <c:pt idx="982">
                  <c:v>42620</c:v>
                </c:pt>
                <c:pt idx="983">
                  <c:v>42621</c:v>
                </c:pt>
                <c:pt idx="984">
                  <c:v>42622</c:v>
                </c:pt>
                <c:pt idx="985">
                  <c:v>42623</c:v>
                </c:pt>
                <c:pt idx="986">
                  <c:v>42624</c:v>
                </c:pt>
                <c:pt idx="987">
                  <c:v>42625</c:v>
                </c:pt>
                <c:pt idx="988">
                  <c:v>42626</c:v>
                </c:pt>
                <c:pt idx="989">
                  <c:v>42627</c:v>
                </c:pt>
                <c:pt idx="990">
                  <c:v>42628</c:v>
                </c:pt>
                <c:pt idx="991">
                  <c:v>42629</c:v>
                </c:pt>
                <c:pt idx="992">
                  <c:v>42630</c:v>
                </c:pt>
                <c:pt idx="993">
                  <c:v>42631</c:v>
                </c:pt>
                <c:pt idx="994">
                  <c:v>42632</c:v>
                </c:pt>
                <c:pt idx="995">
                  <c:v>42633</c:v>
                </c:pt>
                <c:pt idx="996">
                  <c:v>42634</c:v>
                </c:pt>
                <c:pt idx="997">
                  <c:v>42635</c:v>
                </c:pt>
                <c:pt idx="998">
                  <c:v>42636</c:v>
                </c:pt>
                <c:pt idx="999">
                  <c:v>42637</c:v>
                </c:pt>
              </c:numCache>
            </c:numRef>
          </c:cat>
          <c:val>
            <c:numRef>
              <c:f>Sheet1!$G$2:$G$1001</c:f>
              <c:numCache>
                <c:formatCode>_("$"* #,##0_);_("$"* \(#,##0\);_("$"* "-"??_);_(@_)</c:formatCode>
                <c:ptCount val="1000"/>
                <c:pt idx="0">
                  <c:v>-6141.6531000000004</c:v>
                </c:pt>
                <c:pt idx="1">
                  <c:v>-6640.6359000000002</c:v>
                </c:pt>
                <c:pt idx="2">
                  <c:v>-1203.8504800000001</c:v>
                </c:pt>
                <c:pt idx="3">
                  <c:v>-2708.0608999999999</c:v>
                </c:pt>
                <c:pt idx="4">
                  <c:v>-6900.2177000000001</c:v>
                </c:pt>
                <c:pt idx="5">
                  <c:v>-6608.4129000000003</c:v>
                </c:pt>
                <c:pt idx="6">
                  <c:v>-3894.4005000000002</c:v>
                </c:pt>
                <c:pt idx="7">
                  <c:v>-7094.1171999999997</c:v>
                </c:pt>
                <c:pt idx="8">
                  <c:v>-5513.5636999999997</c:v>
                </c:pt>
                <c:pt idx="9">
                  <c:v>2454.4346799999998</c:v>
                </c:pt>
                <c:pt idx="10">
                  <c:v>2987.8463999999999</c:v>
                </c:pt>
                <c:pt idx="11">
                  <c:v>3495.9603999999999</c:v>
                </c:pt>
                <c:pt idx="12">
                  <c:v>3391.8123999999998</c:v>
                </c:pt>
                <c:pt idx="13">
                  <c:v>2296.2257399999999</c:v>
                </c:pt>
                <c:pt idx="14">
                  <c:v>2696.8651</c:v>
                </c:pt>
                <c:pt idx="15">
                  <c:v>1994.0399</c:v>
                </c:pt>
                <c:pt idx="16">
                  <c:v>1786.3685700000001</c:v>
                </c:pt>
                <c:pt idx="17">
                  <c:v>1554.4685500000001</c:v>
                </c:pt>
                <c:pt idx="18">
                  <c:v>2757.2842999999998</c:v>
                </c:pt>
                <c:pt idx="19">
                  <c:v>2997.3379</c:v>
                </c:pt>
                <c:pt idx="20">
                  <c:v>1515.02286</c:v>
                </c:pt>
                <c:pt idx="21">
                  <c:v>1567.28844</c:v>
                </c:pt>
                <c:pt idx="22">
                  <c:v>1533.0982200000001</c:v>
                </c:pt>
                <c:pt idx="23">
                  <c:v>649.02023999999994</c:v>
                </c:pt>
                <c:pt idx="24">
                  <c:v>1113.7631100000001</c:v>
                </c:pt>
                <c:pt idx="25">
                  <c:v>2135.0046000000002</c:v>
                </c:pt>
                <c:pt idx="26">
                  <c:v>2636.5482000000002</c:v>
                </c:pt>
                <c:pt idx="27">
                  <c:v>1302.0489600000001</c:v>
                </c:pt>
                <c:pt idx="28">
                  <c:v>976.26941999999997</c:v>
                </c:pt>
                <c:pt idx="29">
                  <c:v>646.80552</c:v>
                </c:pt>
                <c:pt idx="30">
                  <c:v>928.85988999999995</c:v>
                </c:pt>
                <c:pt idx="31">
                  <c:v>882.52944000000002</c:v>
                </c:pt>
                <c:pt idx="32">
                  <c:v>2084.3658999999998</c:v>
                </c:pt>
                <c:pt idx="33">
                  <c:v>2773.4132</c:v>
                </c:pt>
                <c:pt idx="34">
                  <c:v>1967.0642</c:v>
                </c:pt>
                <c:pt idx="35">
                  <c:v>2686.8987000000002</c:v>
                </c:pt>
                <c:pt idx="36">
                  <c:v>1630.3622</c:v>
                </c:pt>
                <c:pt idx="37">
                  <c:v>-7922.7348000000002</c:v>
                </c:pt>
                <c:pt idx="38">
                  <c:v>336.71960000000001</c:v>
                </c:pt>
                <c:pt idx="39">
                  <c:v>-11975.3451</c:v>
                </c:pt>
                <c:pt idx="40">
                  <c:v>-13681.602000000001</c:v>
                </c:pt>
                <c:pt idx="41">
                  <c:v>-6352.6661000000004</c:v>
                </c:pt>
                <c:pt idx="42">
                  <c:v>-7101.1683999999996</c:v>
                </c:pt>
                <c:pt idx="43">
                  <c:v>-4325.4152000000004</c:v>
                </c:pt>
                <c:pt idx="44">
                  <c:v>-3460.5237000000002</c:v>
                </c:pt>
                <c:pt idx="45">
                  <c:v>-2735.8011999999999</c:v>
                </c:pt>
                <c:pt idx="46">
                  <c:v>-6618.5038000000004</c:v>
                </c:pt>
                <c:pt idx="47">
                  <c:v>-6244.3251</c:v>
                </c:pt>
                <c:pt idx="48">
                  <c:v>-2883.2359999999999</c:v>
                </c:pt>
                <c:pt idx="49">
                  <c:v>-2086.7593999999999</c:v>
                </c:pt>
                <c:pt idx="50">
                  <c:v>2128.68613</c:v>
                </c:pt>
                <c:pt idx="51">
                  <c:v>-1309.2523000000001</c:v>
                </c:pt>
                <c:pt idx="52">
                  <c:v>3006.1596</c:v>
                </c:pt>
                <c:pt idx="53">
                  <c:v>-4173.4710999999998</c:v>
                </c:pt>
                <c:pt idx="54">
                  <c:v>-10899.048699999999</c:v>
                </c:pt>
                <c:pt idx="55">
                  <c:v>-2261.0515999999998</c:v>
                </c:pt>
                <c:pt idx="56">
                  <c:v>-1359.182</c:v>
                </c:pt>
                <c:pt idx="57">
                  <c:v>-2551.7903999999999</c:v>
                </c:pt>
                <c:pt idx="58">
                  <c:v>-3162.5506</c:v>
                </c:pt>
                <c:pt idx="59">
                  <c:v>-21635.970600000001</c:v>
                </c:pt>
                <c:pt idx="60">
                  <c:v>-24780.291000000001</c:v>
                </c:pt>
                <c:pt idx="61">
                  <c:v>-25403.196800000002</c:v>
                </c:pt>
                <c:pt idx="62">
                  <c:v>-16652.145</c:v>
                </c:pt>
                <c:pt idx="63">
                  <c:v>-18739.9349</c:v>
                </c:pt>
                <c:pt idx="64">
                  <c:v>-12978.908600000001</c:v>
                </c:pt>
                <c:pt idx="65">
                  <c:v>-10917.984899999999</c:v>
                </c:pt>
                <c:pt idx="66">
                  <c:v>-332.03019999999998</c:v>
                </c:pt>
                <c:pt idx="67">
                  <c:v>-18456.575199999999</c:v>
                </c:pt>
                <c:pt idx="68">
                  <c:v>-21352.208600000002</c:v>
                </c:pt>
                <c:pt idx="69">
                  <c:v>-8890.7302</c:v>
                </c:pt>
                <c:pt idx="70">
                  <c:v>-11412.2125</c:v>
                </c:pt>
                <c:pt idx="71">
                  <c:v>-4356.0246999999999</c:v>
                </c:pt>
                <c:pt idx="72">
                  <c:v>-5453.0348999999997</c:v>
                </c:pt>
                <c:pt idx="73">
                  <c:v>-4311.2064</c:v>
                </c:pt>
                <c:pt idx="74">
                  <c:v>-10824.5689</c:v>
                </c:pt>
                <c:pt idx="75">
                  <c:v>-16199.932699999999</c:v>
                </c:pt>
                <c:pt idx="76">
                  <c:v>-6573.1496999999999</c:v>
                </c:pt>
                <c:pt idx="77">
                  <c:v>-7086.3494000000001</c:v>
                </c:pt>
                <c:pt idx="78">
                  <c:v>4278.15488</c:v>
                </c:pt>
                <c:pt idx="79">
                  <c:v>4130.9420799999998</c:v>
                </c:pt>
                <c:pt idx="80">
                  <c:v>8050.5232999999998</c:v>
                </c:pt>
                <c:pt idx="81">
                  <c:v>8920.5481</c:v>
                </c:pt>
                <c:pt idx="82">
                  <c:v>7752.6197000000002</c:v>
                </c:pt>
                <c:pt idx="83">
                  <c:v>3133.1768299999999</c:v>
                </c:pt>
                <c:pt idx="84">
                  <c:v>3674.5682999999999</c:v>
                </c:pt>
                <c:pt idx="85">
                  <c:v>2832.7255</c:v>
                </c:pt>
                <c:pt idx="86">
                  <c:v>3034.9337999999998</c:v>
                </c:pt>
                <c:pt idx="87">
                  <c:v>1265.7646</c:v>
                </c:pt>
                <c:pt idx="88">
                  <c:v>4623.8737000000001</c:v>
                </c:pt>
                <c:pt idx="89">
                  <c:v>5118.4368000000004</c:v>
                </c:pt>
                <c:pt idx="90">
                  <c:v>3340.0634</c:v>
                </c:pt>
                <c:pt idx="91">
                  <c:v>3647.0192999999999</c:v>
                </c:pt>
                <c:pt idx="92">
                  <c:v>4834.5204000000003</c:v>
                </c:pt>
                <c:pt idx="93">
                  <c:v>2254.4850000000001</c:v>
                </c:pt>
                <c:pt idx="94">
                  <c:v>1478.9096</c:v>
                </c:pt>
                <c:pt idx="95">
                  <c:v>2817.5875000000001</c:v>
                </c:pt>
                <c:pt idx="96">
                  <c:v>3569.7683000000002</c:v>
                </c:pt>
                <c:pt idx="97">
                  <c:v>2333.7854000000002</c:v>
                </c:pt>
                <c:pt idx="98">
                  <c:v>1125.7528</c:v>
                </c:pt>
                <c:pt idx="99">
                  <c:v>3615.5025000000001</c:v>
                </c:pt>
                <c:pt idx="100">
                  <c:v>3563.5796999999998</c:v>
                </c:pt>
                <c:pt idx="101">
                  <c:v>-3952.0122000000001</c:v>
                </c:pt>
                <c:pt idx="102">
                  <c:v>-7372.7088999999996</c:v>
                </c:pt>
                <c:pt idx="103">
                  <c:v>-8696.0846999999994</c:v>
                </c:pt>
                <c:pt idx="104">
                  <c:v>-3668.3234000000002</c:v>
                </c:pt>
                <c:pt idx="105">
                  <c:v>-4559.7408999999998</c:v>
                </c:pt>
                <c:pt idx="106">
                  <c:v>-6151.1368000000002</c:v>
                </c:pt>
                <c:pt idx="107">
                  <c:v>-7498.9413999999997</c:v>
                </c:pt>
                <c:pt idx="108">
                  <c:v>-15691.752899999999</c:v>
                </c:pt>
                <c:pt idx="109">
                  <c:v>-11877.025799999999</c:v>
                </c:pt>
                <c:pt idx="110">
                  <c:v>-9284.6723999999995</c:v>
                </c:pt>
                <c:pt idx="111">
                  <c:v>-2911.2489</c:v>
                </c:pt>
                <c:pt idx="112">
                  <c:v>-4244.2633999999998</c:v>
                </c:pt>
                <c:pt idx="113">
                  <c:v>-4861.5906999999997</c:v>
                </c:pt>
                <c:pt idx="114">
                  <c:v>2508.5137</c:v>
                </c:pt>
                <c:pt idx="115">
                  <c:v>2232.6318799999999</c:v>
                </c:pt>
                <c:pt idx="116">
                  <c:v>3414.3186999999998</c:v>
                </c:pt>
                <c:pt idx="117">
                  <c:v>3894.3987999999999</c:v>
                </c:pt>
                <c:pt idx="118">
                  <c:v>1922.6375</c:v>
                </c:pt>
                <c:pt idx="119">
                  <c:v>1659.7427</c:v>
                </c:pt>
                <c:pt idx="120">
                  <c:v>1437.3077000000001</c:v>
                </c:pt>
                <c:pt idx="121">
                  <c:v>4205.7091</c:v>
                </c:pt>
                <c:pt idx="122">
                  <c:v>4637.6183000000001</c:v>
                </c:pt>
                <c:pt idx="123">
                  <c:v>6548.4102000000003</c:v>
                </c:pt>
                <c:pt idx="124">
                  <c:v>3834.8476999999998</c:v>
                </c:pt>
                <c:pt idx="125">
                  <c:v>1480.5374200000001</c:v>
                </c:pt>
                <c:pt idx="126">
                  <c:v>1426.8601000000001</c:v>
                </c:pt>
                <c:pt idx="127">
                  <c:v>3692.4688000000001</c:v>
                </c:pt>
                <c:pt idx="128">
                  <c:v>-1437.5812000000001</c:v>
                </c:pt>
                <c:pt idx="129">
                  <c:v>2639.23281</c:v>
                </c:pt>
                <c:pt idx="130">
                  <c:v>-22610.6417</c:v>
                </c:pt>
                <c:pt idx="131">
                  <c:v>-33558.106500000002</c:v>
                </c:pt>
                <c:pt idx="132">
                  <c:v>-15500.5478</c:v>
                </c:pt>
                <c:pt idx="133">
                  <c:v>-14421.7868</c:v>
                </c:pt>
                <c:pt idx="134">
                  <c:v>-11526.5882</c:v>
                </c:pt>
                <c:pt idx="135">
                  <c:v>-16978.034299999999</c:v>
                </c:pt>
                <c:pt idx="136">
                  <c:v>-19741.2477</c:v>
                </c:pt>
                <c:pt idx="137">
                  <c:v>-26475.383300000001</c:v>
                </c:pt>
                <c:pt idx="138">
                  <c:v>-27990.379400000002</c:v>
                </c:pt>
                <c:pt idx="139">
                  <c:v>-7943.4603999999999</c:v>
                </c:pt>
                <c:pt idx="140">
                  <c:v>-7019.4861000000001</c:v>
                </c:pt>
                <c:pt idx="141">
                  <c:v>-9624.6401000000005</c:v>
                </c:pt>
                <c:pt idx="142">
                  <c:v>-9581.8628000000008</c:v>
                </c:pt>
                <c:pt idx="143">
                  <c:v>463.77429999999998</c:v>
                </c:pt>
                <c:pt idx="144">
                  <c:v>-18753.161800000002</c:v>
                </c:pt>
                <c:pt idx="145">
                  <c:v>-23602.968400000002</c:v>
                </c:pt>
                <c:pt idx="146">
                  <c:v>-6599.7449999999999</c:v>
                </c:pt>
                <c:pt idx="147">
                  <c:v>-7418.2466999999997</c:v>
                </c:pt>
                <c:pt idx="148">
                  <c:v>-8364.0488999999998</c:v>
                </c:pt>
                <c:pt idx="149">
                  <c:v>-9208.4267</c:v>
                </c:pt>
                <c:pt idx="150">
                  <c:v>-7689.4174999999996</c:v>
                </c:pt>
                <c:pt idx="151">
                  <c:v>-18501.6548</c:v>
                </c:pt>
                <c:pt idx="152">
                  <c:v>-22510.597300000001</c:v>
                </c:pt>
                <c:pt idx="153">
                  <c:v>-17206.517599999999</c:v>
                </c:pt>
                <c:pt idx="154">
                  <c:v>-16310.7952</c:v>
                </c:pt>
                <c:pt idx="155">
                  <c:v>-12695.8217</c:v>
                </c:pt>
                <c:pt idx="156">
                  <c:v>-10496.673699999999</c:v>
                </c:pt>
                <c:pt idx="157">
                  <c:v>-7835.0014000000001</c:v>
                </c:pt>
                <c:pt idx="158">
                  <c:v>-12095.254999999999</c:v>
                </c:pt>
                <c:pt idx="159">
                  <c:v>-15508.0416</c:v>
                </c:pt>
                <c:pt idx="160">
                  <c:v>-7482.1314000000002</c:v>
                </c:pt>
                <c:pt idx="161">
                  <c:v>-6077.2358000000004</c:v>
                </c:pt>
                <c:pt idx="162">
                  <c:v>-6920.2597999999998</c:v>
                </c:pt>
                <c:pt idx="163">
                  <c:v>-6653.6062000000002</c:v>
                </c:pt>
                <c:pt idx="164">
                  <c:v>-7486.1387000000004</c:v>
                </c:pt>
                <c:pt idx="165">
                  <c:v>-17478.914199999999</c:v>
                </c:pt>
                <c:pt idx="166">
                  <c:v>-18709.538100000002</c:v>
                </c:pt>
                <c:pt idx="167">
                  <c:v>-9321.9107999999997</c:v>
                </c:pt>
                <c:pt idx="168">
                  <c:v>-7734.0403999999999</c:v>
                </c:pt>
                <c:pt idx="169">
                  <c:v>-8716.1355999999996</c:v>
                </c:pt>
                <c:pt idx="170">
                  <c:v>-7797.8184000000001</c:v>
                </c:pt>
                <c:pt idx="171">
                  <c:v>-5808.2035999999998</c:v>
                </c:pt>
                <c:pt idx="172">
                  <c:v>-2185.5601000000001</c:v>
                </c:pt>
                <c:pt idx="173">
                  <c:v>-3573.6680000000001</c:v>
                </c:pt>
                <c:pt idx="174">
                  <c:v>-428.03800000000001</c:v>
                </c:pt>
                <c:pt idx="175">
                  <c:v>-907.81669999999997</c:v>
                </c:pt>
                <c:pt idx="176">
                  <c:v>1393.61562</c:v>
                </c:pt>
                <c:pt idx="177">
                  <c:v>2152.2850600000002</c:v>
                </c:pt>
                <c:pt idx="178">
                  <c:v>2092.4662499999999</c:v>
                </c:pt>
                <c:pt idx="179">
                  <c:v>4418.8112000000001</c:v>
                </c:pt>
                <c:pt idx="180">
                  <c:v>5156.7471999999998</c:v>
                </c:pt>
                <c:pt idx="181">
                  <c:v>1989.7155700000001</c:v>
                </c:pt>
                <c:pt idx="182">
                  <c:v>3325.4708999999998</c:v>
                </c:pt>
                <c:pt idx="183">
                  <c:v>6340.1104999999998</c:v>
                </c:pt>
                <c:pt idx="184">
                  <c:v>3144.9742000000001</c:v>
                </c:pt>
                <c:pt idx="185">
                  <c:v>2523.4440199999999</c:v>
                </c:pt>
                <c:pt idx="186">
                  <c:v>2664.2819100000002</c:v>
                </c:pt>
                <c:pt idx="187">
                  <c:v>3166.6352999999999</c:v>
                </c:pt>
                <c:pt idx="188">
                  <c:v>1900.8387600000001</c:v>
                </c:pt>
                <c:pt idx="189">
                  <c:v>1927.53394</c:v>
                </c:pt>
                <c:pt idx="190">
                  <c:v>3044.1028000000001</c:v>
                </c:pt>
                <c:pt idx="191">
                  <c:v>2306.1139699999999</c:v>
                </c:pt>
                <c:pt idx="192">
                  <c:v>2727.5886</c:v>
                </c:pt>
                <c:pt idx="193">
                  <c:v>3384.8265999999999</c:v>
                </c:pt>
                <c:pt idx="194">
                  <c:v>2588.8016899999998</c:v>
                </c:pt>
                <c:pt idx="195">
                  <c:v>1334.92301</c:v>
                </c:pt>
                <c:pt idx="196">
                  <c:v>1991.12796</c:v>
                </c:pt>
                <c:pt idx="197">
                  <c:v>2850.8532</c:v>
                </c:pt>
                <c:pt idx="198">
                  <c:v>-8104.6678000000002</c:v>
                </c:pt>
                <c:pt idx="199">
                  <c:v>1978.1986999999999</c:v>
                </c:pt>
                <c:pt idx="200">
                  <c:v>3003.5066999999999</c:v>
                </c:pt>
                <c:pt idx="201">
                  <c:v>-13020.904</c:v>
                </c:pt>
                <c:pt idx="202">
                  <c:v>2057.7295600000002</c:v>
                </c:pt>
                <c:pt idx="203">
                  <c:v>2094.7955999999999</c:v>
                </c:pt>
                <c:pt idx="204">
                  <c:v>1394.90798</c:v>
                </c:pt>
                <c:pt idx="205">
                  <c:v>-7983.1869999999999</c:v>
                </c:pt>
                <c:pt idx="206">
                  <c:v>3201.3449599999999</c:v>
                </c:pt>
                <c:pt idx="207">
                  <c:v>-22561.475999999999</c:v>
                </c:pt>
                <c:pt idx="208">
                  <c:v>-24080.1476</c:v>
                </c:pt>
                <c:pt idx="209">
                  <c:v>-10932.084500000001</c:v>
                </c:pt>
                <c:pt idx="210">
                  <c:v>-11873.6333</c:v>
                </c:pt>
                <c:pt idx="211">
                  <c:v>-8656.08</c:v>
                </c:pt>
                <c:pt idx="212">
                  <c:v>-7884.4928</c:v>
                </c:pt>
                <c:pt idx="213">
                  <c:v>-11714.0681</c:v>
                </c:pt>
                <c:pt idx="214">
                  <c:v>-24446.6427</c:v>
                </c:pt>
                <c:pt idx="215">
                  <c:v>-25094.744699999999</c:v>
                </c:pt>
                <c:pt idx="216">
                  <c:v>-12227.325800000001</c:v>
                </c:pt>
                <c:pt idx="217">
                  <c:v>-14539.2183</c:v>
                </c:pt>
                <c:pt idx="218">
                  <c:v>-10459.6994</c:v>
                </c:pt>
                <c:pt idx="219">
                  <c:v>3048.2669700000001</c:v>
                </c:pt>
                <c:pt idx="220">
                  <c:v>3905.3894799999998</c:v>
                </c:pt>
                <c:pt idx="221">
                  <c:v>-17088.199799999999</c:v>
                </c:pt>
                <c:pt idx="222">
                  <c:v>-15724.5988</c:v>
                </c:pt>
                <c:pt idx="223">
                  <c:v>-7464.6617999999999</c:v>
                </c:pt>
                <c:pt idx="224">
                  <c:v>-8787.1746000000003</c:v>
                </c:pt>
                <c:pt idx="225">
                  <c:v>-7112.9305000000004</c:v>
                </c:pt>
                <c:pt idx="226">
                  <c:v>-7416.0102999999999</c:v>
                </c:pt>
                <c:pt idx="227">
                  <c:v>-6778.6935000000003</c:v>
                </c:pt>
                <c:pt idx="228">
                  <c:v>-18237.540499999999</c:v>
                </c:pt>
                <c:pt idx="229">
                  <c:v>-21352.478599999999</c:v>
                </c:pt>
                <c:pt idx="230">
                  <c:v>-9689.1417999999994</c:v>
                </c:pt>
                <c:pt idx="231">
                  <c:v>-10308.3236</c:v>
                </c:pt>
                <c:pt idx="232">
                  <c:v>-6649.1180999999997</c:v>
                </c:pt>
                <c:pt idx="233">
                  <c:v>-3135.8431</c:v>
                </c:pt>
                <c:pt idx="234">
                  <c:v>-3031.5882000000001</c:v>
                </c:pt>
                <c:pt idx="235">
                  <c:v>-7227.2096000000001</c:v>
                </c:pt>
                <c:pt idx="236">
                  <c:v>-9616.5972999999994</c:v>
                </c:pt>
                <c:pt idx="237">
                  <c:v>-3955.3969000000002</c:v>
                </c:pt>
                <c:pt idx="238">
                  <c:v>-6889.3343000000004</c:v>
                </c:pt>
                <c:pt idx="239">
                  <c:v>-17036.011200000001</c:v>
                </c:pt>
                <c:pt idx="240">
                  <c:v>-29622.531299999999</c:v>
                </c:pt>
                <c:pt idx="241">
                  <c:v>-29102.396700000001</c:v>
                </c:pt>
                <c:pt idx="242">
                  <c:v>-66930.5916</c:v>
                </c:pt>
                <c:pt idx="243">
                  <c:v>-80692.179199999999</c:v>
                </c:pt>
                <c:pt idx="244">
                  <c:v>-40391.611100000002</c:v>
                </c:pt>
                <c:pt idx="245">
                  <c:v>-67897.355899999995</c:v>
                </c:pt>
                <c:pt idx="246">
                  <c:v>-54010.362300000001</c:v>
                </c:pt>
                <c:pt idx="247">
                  <c:v>-53112.743999999999</c:v>
                </c:pt>
                <c:pt idx="248">
                  <c:v>-35865.166499999999</c:v>
                </c:pt>
                <c:pt idx="249">
                  <c:v>-57487.689899999998</c:v>
                </c:pt>
                <c:pt idx="250">
                  <c:v>-63465.9476</c:v>
                </c:pt>
                <c:pt idx="251">
                  <c:v>-26934.624199999998</c:v>
                </c:pt>
                <c:pt idx="252">
                  <c:v>-28151.902099999999</c:v>
                </c:pt>
                <c:pt idx="253">
                  <c:v>2678.6851000000001</c:v>
                </c:pt>
                <c:pt idx="254">
                  <c:v>1664.86013</c:v>
                </c:pt>
                <c:pt idx="255">
                  <c:v>1385.74982</c:v>
                </c:pt>
                <c:pt idx="256">
                  <c:v>2678.2516999999998</c:v>
                </c:pt>
                <c:pt idx="257">
                  <c:v>3072.6251999999999</c:v>
                </c:pt>
                <c:pt idx="258">
                  <c:v>1487.3242499999999</c:v>
                </c:pt>
                <c:pt idx="259">
                  <c:v>2142.1395000000002</c:v>
                </c:pt>
                <c:pt idx="260">
                  <c:v>1450.7720999999999</c:v>
                </c:pt>
                <c:pt idx="261">
                  <c:v>1296.1154100000001</c:v>
                </c:pt>
                <c:pt idx="262">
                  <c:v>1145.0618400000001</c:v>
                </c:pt>
                <c:pt idx="263">
                  <c:v>1878.0445</c:v>
                </c:pt>
                <c:pt idx="264">
                  <c:v>2192.9263000000001</c:v>
                </c:pt>
                <c:pt idx="265">
                  <c:v>1086.6523400000001</c:v>
                </c:pt>
                <c:pt idx="266">
                  <c:v>1162.29222</c:v>
                </c:pt>
                <c:pt idx="267">
                  <c:v>1237.7474</c:v>
                </c:pt>
                <c:pt idx="268">
                  <c:v>-13645.7035</c:v>
                </c:pt>
                <c:pt idx="269">
                  <c:v>-24602.300200000001</c:v>
                </c:pt>
                <c:pt idx="270">
                  <c:v>-40516.934200000003</c:v>
                </c:pt>
                <c:pt idx="271">
                  <c:v>-43991.499799999998</c:v>
                </c:pt>
                <c:pt idx="272">
                  <c:v>-20590.054400000001</c:v>
                </c:pt>
                <c:pt idx="273">
                  <c:v>-19595.8583</c:v>
                </c:pt>
                <c:pt idx="274">
                  <c:v>-26798.458600000002</c:v>
                </c:pt>
                <c:pt idx="275">
                  <c:v>-44868.288</c:v>
                </c:pt>
                <c:pt idx="276">
                  <c:v>-35564.370300000002</c:v>
                </c:pt>
                <c:pt idx="277">
                  <c:v>-39245.840600000003</c:v>
                </c:pt>
                <c:pt idx="278">
                  <c:v>-49645.471899999997</c:v>
                </c:pt>
                <c:pt idx="279">
                  <c:v>-21224.5373</c:v>
                </c:pt>
                <c:pt idx="280">
                  <c:v>-28530.903600000001</c:v>
                </c:pt>
                <c:pt idx="281">
                  <c:v>3859.8417300000001</c:v>
                </c:pt>
                <c:pt idx="282">
                  <c:v>3367.1531599999998</c:v>
                </c:pt>
                <c:pt idx="283">
                  <c:v>5215.3719199999996</c:v>
                </c:pt>
                <c:pt idx="284">
                  <c:v>9083.8505999999998</c:v>
                </c:pt>
                <c:pt idx="285">
                  <c:v>6845.9229999999998</c:v>
                </c:pt>
                <c:pt idx="286">
                  <c:v>3045.2207199999998</c:v>
                </c:pt>
                <c:pt idx="287">
                  <c:v>4407.4261900000001</c:v>
                </c:pt>
                <c:pt idx="288">
                  <c:v>3256.5604899999998</c:v>
                </c:pt>
                <c:pt idx="289">
                  <c:v>6077.9237000000003</c:v>
                </c:pt>
                <c:pt idx="290">
                  <c:v>4141.9221399999997</c:v>
                </c:pt>
                <c:pt idx="291">
                  <c:v>4108.07</c:v>
                </c:pt>
                <c:pt idx="292">
                  <c:v>5005.9697999999999</c:v>
                </c:pt>
                <c:pt idx="293">
                  <c:v>2781.1642999999999</c:v>
                </c:pt>
                <c:pt idx="294">
                  <c:v>2853.1031200000002</c:v>
                </c:pt>
                <c:pt idx="295">
                  <c:v>2971.5356000000002</c:v>
                </c:pt>
                <c:pt idx="296">
                  <c:v>2563.8769400000001</c:v>
                </c:pt>
                <c:pt idx="297">
                  <c:v>2712.3021699999999</c:v>
                </c:pt>
                <c:pt idx="298">
                  <c:v>7013.5096000000003</c:v>
                </c:pt>
                <c:pt idx="299">
                  <c:v>8592.0121999999992</c:v>
                </c:pt>
                <c:pt idx="300">
                  <c:v>3781.4938999999999</c:v>
                </c:pt>
                <c:pt idx="301">
                  <c:v>4533.3311000000003</c:v>
                </c:pt>
                <c:pt idx="302">
                  <c:v>2460.50531</c:v>
                </c:pt>
                <c:pt idx="303">
                  <c:v>1879.33483</c:v>
                </c:pt>
                <c:pt idx="304">
                  <c:v>1411.39472</c:v>
                </c:pt>
                <c:pt idx="305">
                  <c:v>3332.6783</c:v>
                </c:pt>
                <c:pt idx="306">
                  <c:v>4814.3010000000004</c:v>
                </c:pt>
                <c:pt idx="307">
                  <c:v>2829.8444</c:v>
                </c:pt>
                <c:pt idx="308">
                  <c:v>4087.6835999999998</c:v>
                </c:pt>
                <c:pt idx="309">
                  <c:v>8295.2396000000008</c:v>
                </c:pt>
                <c:pt idx="310">
                  <c:v>4884.0887700000003</c:v>
                </c:pt>
                <c:pt idx="311">
                  <c:v>2381.3719900000001</c:v>
                </c:pt>
                <c:pt idx="312">
                  <c:v>3628.6006000000002</c:v>
                </c:pt>
                <c:pt idx="313">
                  <c:v>4026.4778000000001</c:v>
                </c:pt>
                <c:pt idx="314">
                  <c:v>2121.2823899999999</c:v>
                </c:pt>
                <c:pt idx="315">
                  <c:v>2135.6858299999999</c:v>
                </c:pt>
                <c:pt idx="316">
                  <c:v>1306.4999600000001</c:v>
                </c:pt>
                <c:pt idx="317">
                  <c:v>1146.9235799999999</c:v>
                </c:pt>
                <c:pt idx="318">
                  <c:v>1035.90353</c:v>
                </c:pt>
                <c:pt idx="319">
                  <c:v>2813.2703999999999</c:v>
                </c:pt>
                <c:pt idx="320">
                  <c:v>3787.2329</c:v>
                </c:pt>
                <c:pt idx="321">
                  <c:v>1965.62661</c:v>
                </c:pt>
                <c:pt idx="322">
                  <c:v>1894.5449699999999</c:v>
                </c:pt>
                <c:pt idx="323">
                  <c:v>1473.4376600000001</c:v>
                </c:pt>
                <c:pt idx="324">
                  <c:v>1119.5492999999999</c:v>
                </c:pt>
                <c:pt idx="325">
                  <c:v>1002.73874</c:v>
                </c:pt>
                <c:pt idx="326">
                  <c:v>6781.4239600000001</c:v>
                </c:pt>
                <c:pt idx="327">
                  <c:v>6318.8942800000004</c:v>
                </c:pt>
                <c:pt idx="328">
                  <c:v>4326.6468500000001</c:v>
                </c:pt>
                <c:pt idx="329">
                  <c:v>3354.28215</c:v>
                </c:pt>
                <c:pt idx="330">
                  <c:v>4856.4515300000003</c:v>
                </c:pt>
                <c:pt idx="331">
                  <c:v>4316.5821699999997</c:v>
                </c:pt>
                <c:pt idx="332">
                  <c:v>5056.9691300000004</c:v>
                </c:pt>
                <c:pt idx="333">
                  <c:v>6165.6289100000004</c:v>
                </c:pt>
                <c:pt idx="334">
                  <c:v>8441.3818699999993</c:v>
                </c:pt>
                <c:pt idx="335">
                  <c:v>7859.9431000000004</c:v>
                </c:pt>
                <c:pt idx="336">
                  <c:v>7843.2729300000001</c:v>
                </c:pt>
                <c:pt idx="337">
                  <c:v>2686.0965700000002</c:v>
                </c:pt>
                <c:pt idx="338">
                  <c:v>1935.4389799999999</c:v>
                </c:pt>
                <c:pt idx="339">
                  <c:v>493.59314000000001</c:v>
                </c:pt>
                <c:pt idx="340">
                  <c:v>264.88672000000003</c:v>
                </c:pt>
                <c:pt idx="341">
                  <c:v>-4628.7178999999996</c:v>
                </c:pt>
                <c:pt idx="342">
                  <c:v>-7228.3617999999997</c:v>
                </c:pt>
                <c:pt idx="343">
                  <c:v>-960.13770999999997</c:v>
                </c:pt>
                <c:pt idx="344">
                  <c:v>-1588.8122599999999</c:v>
                </c:pt>
                <c:pt idx="345">
                  <c:v>-7503.7092000000002</c:v>
                </c:pt>
                <c:pt idx="346">
                  <c:v>-13089.6366</c:v>
                </c:pt>
                <c:pt idx="347">
                  <c:v>-22144.013900000002</c:v>
                </c:pt>
                <c:pt idx="348">
                  <c:v>-33213.689100000003</c:v>
                </c:pt>
                <c:pt idx="349">
                  <c:v>-14827.213</c:v>
                </c:pt>
                <c:pt idx="350">
                  <c:v>-22243.009600000001</c:v>
                </c:pt>
                <c:pt idx="351">
                  <c:v>-13533.2034</c:v>
                </c:pt>
                <c:pt idx="352">
                  <c:v>-12226.5236</c:v>
                </c:pt>
                <c:pt idx="353">
                  <c:v>-19076.625700000001</c:v>
                </c:pt>
                <c:pt idx="354">
                  <c:v>-25173.183499999999</c:v>
                </c:pt>
                <c:pt idx="355">
                  <c:v>-30211.230100000001</c:v>
                </c:pt>
                <c:pt idx="356">
                  <c:v>-16811.101500000001</c:v>
                </c:pt>
                <c:pt idx="357">
                  <c:v>-5623.8275999999996</c:v>
                </c:pt>
                <c:pt idx="358">
                  <c:v>-10232.407499999999</c:v>
                </c:pt>
                <c:pt idx="359">
                  <c:v>-9678.7693999999992</c:v>
                </c:pt>
                <c:pt idx="360">
                  <c:v>-2839.2546000000002</c:v>
                </c:pt>
                <c:pt idx="361">
                  <c:v>-925.40265999999997</c:v>
                </c:pt>
                <c:pt idx="362">
                  <c:v>-2221.4272000000001</c:v>
                </c:pt>
                <c:pt idx="363">
                  <c:v>-1431.3807099999999</c:v>
                </c:pt>
                <c:pt idx="364">
                  <c:v>-2696.1134999999999</c:v>
                </c:pt>
                <c:pt idx="365">
                  <c:v>-19334.2605</c:v>
                </c:pt>
                <c:pt idx="366">
                  <c:v>-32958.0363</c:v>
                </c:pt>
                <c:pt idx="367">
                  <c:v>-10009.0121</c:v>
                </c:pt>
                <c:pt idx="368">
                  <c:v>-23918.007699999998</c:v>
                </c:pt>
                <c:pt idx="369">
                  <c:v>-21921.437000000002</c:v>
                </c:pt>
                <c:pt idx="370">
                  <c:v>-16032.636</c:v>
                </c:pt>
                <c:pt idx="371">
                  <c:v>-19544.396000000001</c:v>
                </c:pt>
                <c:pt idx="372">
                  <c:v>-15794.7552</c:v>
                </c:pt>
                <c:pt idx="373">
                  <c:v>-1552.3498099999999</c:v>
                </c:pt>
                <c:pt idx="374">
                  <c:v>-1573.3161500000001</c:v>
                </c:pt>
                <c:pt idx="375">
                  <c:v>-2584.7545</c:v>
                </c:pt>
                <c:pt idx="376">
                  <c:v>-2585.2298999999998</c:v>
                </c:pt>
                <c:pt idx="377">
                  <c:v>-1453.9961499999999</c:v>
                </c:pt>
                <c:pt idx="378">
                  <c:v>-1729.24334</c:v>
                </c:pt>
                <c:pt idx="379">
                  <c:v>-1326.4499499999999</c:v>
                </c:pt>
                <c:pt idx="380">
                  <c:v>-1149.97</c:v>
                </c:pt>
                <c:pt idx="381">
                  <c:v>-1256.99135</c:v>
                </c:pt>
                <c:pt idx="382">
                  <c:v>-2586.9297000000001</c:v>
                </c:pt>
                <c:pt idx="383">
                  <c:v>-2922.9472000000001</c:v>
                </c:pt>
                <c:pt idx="384">
                  <c:v>-1259.6451</c:v>
                </c:pt>
                <c:pt idx="385">
                  <c:v>-966.80795000000001</c:v>
                </c:pt>
                <c:pt idx="386">
                  <c:v>-1307.49819</c:v>
                </c:pt>
                <c:pt idx="387">
                  <c:v>-1348.1097299999999</c:v>
                </c:pt>
                <c:pt idx="388">
                  <c:v>-1401.1607200000001</c:v>
                </c:pt>
                <c:pt idx="389">
                  <c:v>-3360.9002999999998</c:v>
                </c:pt>
                <c:pt idx="390">
                  <c:v>-3360.3128000000002</c:v>
                </c:pt>
                <c:pt idx="391">
                  <c:v>-1702.7661800000001</c:v>
                </c:pt>
                <c:pt idx="392">
                  <c:v>-1977.68471</c:v>
                </c:pt>
                <c:pt idx="393">
                  <c:v>-1621.52207</c:v>
                </c:pt>
                <c:pt idx="394">
                  <c:v>-1296.4643799999999</c:v>
                </c:pt>
                <c:pt idx="395">
                  <c:v>-1221.21695</c:v>
                </c:pt>
                <c:pt idx="396">
                  <c:v>-2681.3229999999999</c:v>
                </c:pt>
                <c:pt idx="397">
                  <c:v>-3621.1244000000002</c:v>
                </c:pt>
                <c:pt idx="398">
                  <c:v>-3182.5275000000001</c:v>
                </c:pt>
                <c:pt idx="399">
                  <c:v>-2411.38</c:v>
                </c:pt>
                <c:pt idx="400">
                  <c:v>-1562.5208</c:v>
                </c:pt>
                <c:pt idx="401">
                  <c:v>-718.28625</c:v>
                </c:pt>
                <c:pt idx="402">
                  <c:v>-195.96665999999999</c:v>
                </c:pt>
                <c:pt idx="403">
                  <c:v>-35.294530000000002</c:v>
                </c:pt>
                <c:pt idx="404">
                  <c:v>255.7371</c:v>
                </c:pt>
                <c:pt idx="405">
                  <c:v>-4.5730300000000002</c:v>
                </c:pt>
                <c:pt idx="406">
                  <c:v>810.61050999999998</c:v>
                </c:pt>
                <c:pt idx="407">
                  <c:v>-9855.4331000000002</c:v>
                </c:pt>
                <c:pt idx="408">
                  <c:v>-11499.7243</c:v>
                </c:pt>
                <c:pt idx="409">
                  <c:v>-9236.2160000000003</c:v>
                </c:pt>
                <c:pt idx="410">
                  <c:v>-23849.651900000001</c:v>
                </c:pt>
                <c:pt idx="411">
                  <c:v>-27538.145100000002</c:v>
                </c:pt>
                <c:pt idx="412">
                  <c:v>-13204.1428</c:v>
                </c:pt>
                <c:pt idx="413">
                  <c:v>-14217.010700000001</c:v>
                </c:pt>
                <c:pt idx="414">
                  <c:v>-8761.6067000000003</c:v>
                </c:pt>
                <c:pt idx="415">
                  <c:v>-9674.6142999999993</c:v>
                </c:pt>
                <c:pt idx="416">
                  <c:v>-8495.5697</c:v>
                </c:pt>
                <c:pt idx="417">
                  <c:v>-17168.619200000001</c:v>
                </c:pt>
                <c:pt idx="418">
                  <c:v>-15648.1828</c:v>
                </c:pt>
                <c:pt idx="419">
                  <c:v>-7967.4344000000001</c:v>
                </c:pt>
                <c:pt idx="420">
                  <c:v>972.34754999999996</c:v>
                </c:pt>
                <c:pt idx="421">
                  <c:v>-5393.1667299999999</c:v>
                </c:pt>
                <c:pt idx="422">
                  <c:v>-11068.1666</c:v>
                </c:pt>
                <c:pt idx="423">
                  <c:v>-9013.3035999999993</c:v>
                </c:pt>
                <c:pt idx="424">
                  <c:v>-17456.6613</c:v>
                </c:pt>
                <c:pt idx="425">
                  <c:v>-24131.871999999999</c:v>
                </c:pt>
                <c:pt idx="426">
                  <c:v>-19867.707699999999</c:v>
                </c:pt>
                <c:pt idx="427">
                  <c:v>-18004.230299999999</c:v>
                </c:pt>
                <c:pt idx="428">
                  <c:v>-19381.267</c:v>
                </c:pt>
                <c:pt idx="429">
                  <c:v>-20614.162499999999</c:v>
                </c:pt>
                <c:pt idx="430">
                  <c:v>-11602.172</c:v>
                </c:pt>
                <c:pt idx="431">
                  <c:v>-22125.165000000001</c:v>
                </c:pt>
                <c:pt idx="432">
                  <c:v>-25322.2</c:v>
                </c:pt>
                <c:pt idx="433">
                  <c:v>711.98339999999996</c:v>
                </c:pt>
                <c:pt idx="434">
                  <c:v>800.12249999999995</c:v>
                </c:pt>
                <c:pt idx="435">
                  <c:v>425.92651999999998</c:v>
                </c:pt>
                <c:pt idx="436">
                  <c:v>425.70274999999998</c:v>
                </c:pt>
                <c:pt idx="437">
                  <c:v>326.81076000000002</c:v>
                </c:pt>
                <c:pt idx="438">
                  <c:v>765.69749999999999</c:v>
                </c:pt>
                <c:pt idx="439">
                  <c:v>1017.7203</c:v>
                </c:pt>
                <c:pt idx="440">
                  <c:v>349.49173000000002</c:v>
                </c:pt>
                <c:pt idx="441">
                  <c:v>513.99873000000002</c:v>
                </c:pt>
                <c:pt idx="442">
                  <c:v>360.68004999999999</c:v>
                </c:pt>
                <c:pt idx="443">
                  <c:v>286.92387000000002</c:v>
                </c:pt>
                <c:pt idx="444">
                  <c:v>231.96077</c:v>
                </c:pt>
                <c:pt idx="445">
                  <c:v>427.73081000000002</c:v>
                </c:pt>
                <c:pt idx="446">
                  <c:v>531.59709999999995</c:v>
                </c:pt>
                <c:pt idx="447">
                  <c:v>197.98992999999999</c:v>
                </c:pt>
                <c:pt idx="448">
                  <c:v>210.13785999999999</c:v>
                </c:pt>
                <c:pt idx="449">
                  <c:v>-11314.444799999999</c:v>
                </c:pt>
                <c:pt idx="450">
                  <c:v>-22975.998299999999</c:v>
                </c:pt>
                <c:pt idx="451">
                  <c:v>-21176.6783</c:v>
                </c:pt>
                <c:pt idx="452">
                  <c:v>-32273.300299999999</c:v>
                </c:pt>
                <c:pt idx="453">
                  <c:v>-41877.905899999998</c:v>
                </c:pt>
                <c:pt idx="454">
                  <c:v>-20256.919000000002</c:v>
                </c:pt>
                <c:pt idx="455">
                  <c:v>-19615.888599999998</c:v>
                </c:pt>
                <c:pt idx="456">
                  <c:v>-31454.002700000001</c:v>
                </c:pt>
                <c:pt idx="457">
                  <c:v>-43589.491900000001</c:v>
                </c:pt>
                <c:pt idx="458">
                  <c:v>-62490.002899999999</c:v>
                </c:pt>
                <c:pt idx="459">
                  <c:v>-43870.603799999997</c:v>
                </c:pt>
                <c:pt idx="460">
                  <c:v>-34570.689400000003</c:v>
                </c:pt>
                <c:pt idx="461">
                  <c:v>-11757.7217</c:v>
                </c:pt>
                <c:pt idx="462">
                  <c:v>-15938.973900000001</c:v>
                </c:pt>
                <c:pt idx="463">
                  <c:v>-1575.9465</c:v>
                </c:pt>
                <c:pt idx="464">
                  <c:v>338.54270000000002</c:v>
                </c:pt>
                <c:pt idx="465">
                  <c:v>263.08676000000003</c:v>
                </c:pt>
                <c:pt idx="466">
                  <c:v>413.1035</c:v>
                </c:pt>
                <c:pt idx="467">
                  <c:v>464.0317</c:v>
                </c:pt>
                <c:pt idx="468">
                  <c:v>299.22694000000001</c:v>
                </c:pt>
                <c:pt idx="469">
                  <c:v>437.07826</c:v>
                </c:pt>
                <c:pt idx="470">
                  <c:v>835.82748000000004</c:v>
                </c:pt>
                <c:pt idx="471">
                  <c:v>1308.5353399999999</c:v>
                </c:pt>
                <c:pt idx="472">
                  <c:v>1172.21606</c:v>
                </c:pt>
                <c:pt idx="473">
                  <c:v>2502.9695000000002</c:v>
                </c:pt>
                <c:pt idx="474">
                  <c:v>3297.6905000000002</c:v>
                </c:pt>
                <c:pt idx="475">
                  <c:v>1573.35537</c:v>
                </c:pt>
                <c:pt idx="476">
                  <c:v>1526.5312100000001</c:v>
                </c:pt>
                <c:pt idx="477">
                  <c:v>1702.1742300000001</c:v>
                </c:pt>
                <c:pt idx="478">
                  <c:v>-7526.1931000000004</c:v>
                </c:pt>
                <c:pt idx="479">
                  <c:v>1864.2840200000001</c:v>
                </c:pt>
                <c:pt idx="480">
                  <c:v>-18803.587500000001</c:v>
                </c:pt>
                <c:pt idx="481">
                  <c:v>-38423.694900000002</c:v>
                </c:pt>
                <c:pt idx="482">
                  <c:v>-10594.938200000001</c:v>
                </c:pt>
                <c:pt idx="483">
                  <c:v>-10025.437099999999</c:v>
                </c:pt>
                <c:pt idx="484">
                  <c:v>-10243.4576</c:v>
                </c:pt>
                <c:pt idx="485">
                  <c:v>-10498.476199999999</c:v>
                </c:pt>
                <c:pt idx="486">
                  <c:v>-20769.135600000001</c:v>
                </c:pt>
                <c:pt idx="487">
                  <c:v>-26503.522499999999</c:v>
                </c:pt>
                <c:pt idx="488">
                  <c:v>-35185.7981</c:v>
                </c:pt>
                <c:pt idx="489">
                  <c:v>-13738.4377</c:v>
                </c:pt>
                <c:pt idx="490">
                  <c:v>-16433.328000000001</c:v>
                </c:pt>
                <c:pt idx="491">
                  <c:v>-11777.968199999999</c:v>
                </c:pt>
                <c:pt idx="492">
                  <c:v>-17265.664400000001</c:v>
                </c:pt>
                <c:pt idx="493">
                  <c:v>1428.8853999999999</c:v>
                </c:pt>
                <c:pt idx="494">
                  <c:v>-24975.841899999999</c:v>
                </c:pt>
                <c:pt idx="495">
                  <c:v>-29855.0167</c:v>
                </c:pt>
                <c:pt idx="496">
                  <c:v>-12707.0515</c:v>
                </c:pt>
                <c:pt idx="497">
                  <c:v>-15233.5157</c:v>
                </c:pt>
                <c:pt idx="498">
                  <c:v>-14857.022800000001</c:v>
                </c:pt>
                <c:pt idx="499">
                  <c:v>-12818.445299999999</c:v>
                </c:pt>
                <c:pt idx="500">
                  <c:v>-11441.605600000001</c:v>
                </c:pt>
                <c:pt idx="501">
                  <c:v>-29219.855100000001</c:v>
                </c:pt>
                <c:pt idx="502">
                  <c:v>-31869.540199999999</c:v>
                </c:pt>
                <c:pt idx="503">
                  <c:v>-13651.9048</c:v>
                </c:pt>
                <c:pt idx="504">
                  <c:v>-15090.0226</c:v>
                </c:pt>
                <c:pt idx="505">
                  <c:v>-9905.18</c:v>
                </c:pt>
                <c:pt idx="506">
                  <c:v>-12391.896699999999</c:v>
                </c:pt>
                <c:pt idx="507">
                  <c:v>2841.1101800000001</c:v>
                </c:pt>
                <c:pt idx="508">
                  <c:v>-24666.5</c:v>
                </c:pt>
                <c:pt idx="509">
                  <c:v>-32220.868699999999</c:v>
                </c:pt>
                <c:pt idx="510">
                  <c:v>-12877.8755</c:v>
                </c:pt>
                <c:pt idx="511">
                  <c:v>-19739.282599999999</c:v>
                </c:pt>
                <c:pt idx="512">
                  <c:v>-15333.840399999999</c:v>
                </c:pt>
                <c:pt idx="513">
                  <c:v>-18696.855800000001</c:v>
                </c:pt>
                <c:pt idx="514">
                  <c:v>-16737.4041</c:v>
                </c:pt>
                <c:pt idx="515">
                  <c:v>-36104.394899999999</c:v>
                </c:pt>
                <c:pt idx="516">
                  <c:v>-42114.718800000002</c:v>
                </c:pt>
                <c:pt idx="517">
                  <c:v>-20191.294399999999</c:v>
                </c:pt>
                <c:pt idx="518">
                  <c:v>-34061.3289</c:v>
                </c:pt>
                <c:pt idx="519">
                  <c:v>-25849.9293</c:v>
                </c:pt>
                <c:pt idx="520">
                  <c:v>-20656.277699999999</c:v>
                </c:pt>
                <c:pt idx="521">
                  <c:v>-15282.0111</c:v>
                </c:pt>
                <c:pt idx="522">
                  <c:v>-22476.778300000002</c:v>
                </c:pt>
                <c:pt idx="523">
                  <c:v>-26681.712</c:v>
                </c:pt>
                <c:pt idx="524">
                  <c:v>-13745.6762</c:v>
                </c:pt>
                <c:pt idx="525">
                  <c:v>3644.4641000000001</c:v>
                </c:pt>
                <c:pt idx="526">
                  <c:v>2744.1297800000002</c:v>
                </c:pt>
                <c:pt idx="527">
                  <c:v>2530.19344</c:v>
                </c:pt>
                <c:pt idx="528">
                  <c:v>2449.18147</c:v>
                </c:pt>
                <c:pt idx="529">
                  <c:v>5733.6355999999996</c:v>
                </c:pt>
                <c:pt idx="530">
                  <c:v>6762.1536999999998</c:v>
                </c:pt>
                <c:pt idx="531">
                  <c:v>3119.7222000000002</c:v>
                </c:pt>
                <c:pt idx="532">
                  <c:v>5538.7025999999996</c:v>
                </c:pt>
                <c:pt idx="533">
                  <c:v>3667.1932200000001</c:v>
                </c:pt>
                <c:pt idx="534">
                  <c:v>3433.3975999999998</c:v>
                </c:pt>
                <c:pt idx="535">
                  <c:v>3072.81387</c:v>
                </c:pt>
                <c:pt idx="536">
                  <c:v>5895.6319999999996</c:v>
                </c:pt>
                <c:pt idx="537">
                  <c:v>7016.3690999999999</c:v>
                </c:pt>
                <c:pt idx="538">
                  <c:v>3730.4358099999999</c:v>
                </c:pt>
                <c:pt idx="539">
                  <c:v>3556.8438000000001</c:v>
                </c:pt>
                <c:pt idx="540">
                  <c:v>2786.68496</c:v>
                </c:pt>
                <c:pt idx="541">
                  <c:v>-6815.0415000000003</c:v>
                </c:pt>
                <c:pt idx="542">
                  <c:v>-11521.913399999999</c:v>
                </c:pt>
                <c:pt idx="543">
                  <c:v>-19661.897700000001</c:v>
                </c:pt>
                <c:pt idx="544">
                  <c:v>-22772.214800000002</c:v>
                </c:pt>
                <c:pt idx="545">
                  <c:v>-11446.6176</c:v>
                </c:pt>
                <c:pt idx="546">
                  <c:v>-10313.349099999999</c:v>
                </c:pt>
                <c:pt idx="547">
                  <c:v>-13213.8513</c:v>
                </c:pt>
                <c:pt idx="548">
                  <c:v>-19016.933400000002</c:v>
                </c:pt>
                <c:pt idx="549">
                  <c:v>-15580.3107</c:v>
                </c:pt>
                <c:pt idx="550">
                  <c:v>-16182.513999999999</c:v>
                </c:pt>
                <c:pt idx="551">
                  <c:v>-18659.577700000002</c:v>
                </c:pt>
                <c:pt idx="552">
                  <c:v>-9095.5807999999997</c:v>
                </c:pt>
                <c:pt idx="553">
                  <c:v>-10201.227500000001</c:v>
                </c:pt>
                <c:pt idx="554">
                  <c:v>-8045.8326999999999</c:v>
                </c:pt>
                <c:pt idx="555">
                  <c:v>-162.45363</c:v>
                </c:pt>
                <c:pt idx="556">
                  <c:v>-1097.8782900000001</c:v>
                </c:pt>
                <c:pt idx="557">
                  <c:v>-1901.4354000000001</c:v>
                </c:pt>
                <c:pt idx="558">
                  <c:v>-1546.3811000000001</c:v>
                </c:pt>
                <c:pt idx="559">
                  <c:v>-1295.3598199999999</c:v>
                </c:pt>
                <c:pt idx="560">
                  <c:v>-1358.7280699999999</c:v>
                </c:pt>
                <c:pt idx="561">
                  <c:v>-1268.8876700000001</c:v>
                </c:pt>
                <c:pt idx="562">
                  <c:v>-1403.82989</c:v>
                </c:pt>
                <c:pt idx="563">
                  <c:v>-1850.0634399999999</c:v>
                </c:pt>
                <c:pt idx="564">
                  <c:v>-3465.3899000000001</c:v>
                </c:pt>
                <c:pt idx="565">
                  <c:v>-3052.1527999999998</c:v>
                </c:pt>
                <c:pt idx="566">
                  <c:v>-1909.8848</c:v>
                </c:pt>
                <c:pt idx="567">
                  <c:v>-1435.8674799999999</c:v>
                </c:pt>
                <c:pt idx="568">
                  <c:v>-1878.7440999999999</c:v>
                </c:pt>
                <c:pt idx="569">
                  <c:v>-1163.9386199999999</c:v>
                </c:pt>
                <c:pt idx="570">
                  <c:v>-2523.9241400000001</c:v>
                </c:pt>
                <c:pt idx="571">
                  <c:v>-4738.6336000000001</c:v>
                </c:pt>
                <c:pt idx="572">
                  <c:v>-4912.4502000000002</c:v>
                </c:pt>
                <c:pt idx="573">
                  <c:v>-3374.1781000000001</c:v>
                </c:pt>
                <c:pt idx="574">
                  <c:v>-3399.9327400000002</c:v>
                </c:pt>
                <c:pt idx="575">
                  <c:v>-2117.2915800000001</c:v>
                </c:pt>
                <c:pt idx="576">
                  <c:v>-2082.8575300000002</c:v>
                </c:pt>
                <c:pt idx="577">
                  <c:v>-1930.6688799999999</c:v>
                </c:pt>
                <c:pt idx="578">
                  <c:v>-4843.2624999999998</c:v>
                </c:pt>
                <c:pt idx="579">
                  <c:v>-5393.0694000000003</c:v>
                </c:pt>
                <c:pt idx="580">
                  <c:v>-2674.3229900000001</c:v>
                </c:pt>
                <c:pt idx="581">
                  <c:v>-1972.5489600000001</c:v>
                </c:pt>
                <c:pt idx="582">
                  <c:v>-2744.86366</c:v>
                </c:pt>
                <c:pt idx="583">
                  <c:v>-2540.86213</c:v>
                </c:pt>
                <c:pt idx="584">
                  <c:v>-2623.7351399999998</c:v>
                </c:pt>
                <c:pt idx="585">
                  <c:v>-3380.8852999999999</c:v>
                </c:pt>
                <c:pt idx="586">
                  <c:v>-3853.4324999999999</c:v>
                </c:pt>
                <c:pt idx="587">
                  <c:v>-2474.69173</c:v>
                </c:pt>
                <c:pt idx="588">
                  <c:v>-2697.6478299999999</c:v>
                </c:pt>
                <c:pt idx="589">
                  <c:v>-2351.3442300000002</c:v>
                </c:pt>
                <c:pt idx="590">
                  <c:v>-2150.8663999999999</c:v>
                </c:pt>
                <c:pt idx="591">
                  <c:v>-1951.0093099999999</c:v>
                </c:pt>
                <c:pt idx="592">
                  <c:v>-4104.7973300000003</c:v>
                </c:pt>
                <c:pt idx="593">
                  <c:v>-5216.3471</c:v>
                </c:pt>
                <c:pt idx="594">
                  <c:v>-3533.1118700000002</c:v>
                </c:pt>
                <c:pt idx="595">
                  <c:v>-3111.1796899999999</c:v>
                </c:pt>
                <c:pt idx="596">
                  <c:v>-1675.99524</c:v>
                </c:pt>
                <c:pt idx="597">
                  <c:v>-869.90278000000001</c:v>
                </c:pt>
                <c:pt idx="598">
                  <c:v>-652.21689000000003</c:v>
                </c:pt>
                <c:pt idx="599">
                  <c:v>-2000.67329</c:v>
                </c:pt>
                <c:pt idx="600">
                  <c:v>-2481.7957000000001</c:v>
                </c:pt>
                <c:pt idx="601">
                  <c:v>-574.11712</c:v>
                </c:pt>
                <c:pt idx="602">
                  <c:v>-342.69749000000002</c:v>
                </c:pt>
                <c:pt idx="603">
                  <c:v>-29292.3685</c:v>
                </c:pt>
                <c:pt idx="604">
                  <c:v>-31633.467499999999</c:v>
                </c:pt>
                <c:pt idx="605">
                  <c:v>-24113.580099999999</c:v>
                </c:pt>
                <c:pt idx="606">
                  <c:v>-39144.182200000003</c:v>
                </c:pt>
                <c:pt idx="607">
                  <c:v>-43390.183900000004</c:v>
                </c:pt>
                <c:pt idx="608">
                  <c:v>-17902.509600000001</c:v>
                </c:pt>
                <c:pt idx="609">
                  <c:v>-29410.5209</c:v>
                </c:pt>
                <c:pt idx="610">
                  <c:v>-33294.825900000003</c:v>
                </c:pt>
                <c:pt idx="611">
                  <c:v>-28039.918099999999</c:v>
                </c:pt>
                <c:pt idx="612">
                  <c:v>-21792.778900000001</c:v>
                </c:pt>
                <c:pt idx="613">
                  <c:v>-25919.453099999999</c:v>
                </c:pt>
                <c:pt idx="614">
                  <c:v>-27711.5697</c:v>
                </c:pt>
                <c:pt idx="615">
                  <c:v>-11928.2382</c:v>
                </c:pt>
                <c:pt idx="616">
                  <c:v>-13586.429400000001</c:v>
                </c:pt>
                <c:pt idx="617">
                  <c:v>3647.2997599999999</c:v>
                </c:pt>
                <c:pt idx="618">
                  <c:v>3802.5747299999998</c:v>
                </c:pt>
                <c:pt idx="619">
                  <c:v>3090.24442</c:v>
                </c:pt>
                <c:pt idx="620">
                  <c:v>4380.1813199999997</c:v>
                </c:pt>
                <c:pt idx="621">
                  <c:v>3040.8599399999998</c:v>
                </c:pt>
                <c:pt idx="622">
                  <c:v>1716.1082699999999</c:v>
                </c:pt>
                <c:pt idx="623">
                  <c:v>2504.1761799999999</c:v>
                </c:pt>
                <c:pt idx="624">
                  <c:v>2400.8720699999999</c:v>
                </c:pt>
                <c:pt idx="625">
                  <c:v>1589.2551599999999</c:v>
                </c:pt>
                <c:pt idx="626">
                  <c:v>1666.98748</c:v>
                </c:pt>
                <c:pt idx="627">
                  <c:v>3622.6637900000001</c:v>
                </c:pt>
                <c:pt idx="628">
                  <c:v>3784.98999</c:v>
                </c:pt>
                <c:pt idx="629">
                  <c:v>2226.4768899999999</c:v>
                </c:pt>
                <c:pt idx="630">
                  <c:v>2818.0077700000002</c:v>
                </c:pt>
                <c:pt idx="631">
                  <c:v>2792.56612</c:v>
                </c:pt>
                <c:pt idx="632">
                  <c:v>-13401.080599999999</c:v>
                </c:pt>
                <c:pt idx="633">
                  <c:v>-17668.0504</c:v>
                </c:pt>
                <c:pt idx="634">
                  <c:v>-45503.115299999998</c:v>
                </c:pt>
                <c:pt idx="635">
                  <c:v>-46306.947</c:v>
                </c:pt>
                <c:pt idx="636">
                  <c:v>-22114.1073</c:v>
                </c:pt>
                <c:pt idx="637">
                  <c:v>-25678.6005</c:v>
                </c:pt>
                <c:pt idx="638">
                  <c:v>-19846.885200000001</c:v>
                </c:pt>
                <c:pt idx="639">
                  <c:v>-44886.100599999998</c:v>
                </c:pt>
                <c:pt idx="640">
                  <c:v>-56973.471299999997</c:v>
                </c:pt>
                <c:pt idx="641">
                  <c:v>-54755.7909</c:v>
                </c:pt>
                <c:pt idx="642">
                  <c:v>-64449.3298</c:v>
                </c:pt>
                <c:pt idx="643">
                  <c:v>-29457.702300000001</c:v>
                </c:pt>
                <c:pt idx="644">
                  <c:v>-42340.275999999998</c:v>
                </c:pt>
                <c:pt idx="645">
                  <c:v>-31672.734100000001</c:v>
                </c:pt>
                <c:pt idx="646">
                  <c:v>2025.5398</c:v>
                </c:pt>
                <c:pt idx="647">
                  <c:v>1873.0680500000001</c:v>
                </c:pt>
                <c:pt idx="648">
                  <c:v>3965.8899000000001</c:v>
                </c:pt>
                <c:pt idx="649">
                  <c:v>3751.3247000000001</c:v>
                </c:pt>
                <c:pt idx="650">
                  <c:v>1795.82584</c:v>
                </c:pt>
                <c:pt idx="651">
                  <c:v>1816.1283599999999</c:v>
                </c:pt>
                <c:pt idx="652">
                  <c:v>1259.7315900000001</c:v>
                </c:pt>
                <c:pt idx="653">
                  <c:v>1326.56789</c:v>
                </c:pt>
                <c:pt idx="654">
                  <c:v>1691.63157</c:v>
                </c:pt>
                <c:pt idx="655">
                  <c:v>3477.3353000000002</c:v>
                </c:pt>
                <c:pt idx="656">
                  <c:v>3503.4061999999999</c:v>
                </c:pt>
                <c:pt idx="657">
                  <c:v>1870.68001</c:v>
                </c:pt>
                <c:pt idx="658">
                  <c:v>1729.3291400000001</c:v>
                </c:pt>
                <c:pt idx="659">
                  <c:v>1318.52999</c:v>
                </c:pt>
                <c:pt idx="660">
                  <c:v>1678.3182400000001</c:v>
                </c:pt>
                <c:pt idx="661">
                  <c:v>1752.47858</c:v>
                </c:pt>
                <c:pt idx="662">
                  <c:v>-6756.0095000000001</c:v>
                </c:pt>
                <c:pt idx="663">
                  <c:v>-9292.6561999999994</c:v>
                </c:pt>
                <c:pt idx="664">
                  <c:v>-4296.8132999999998</c:v>
                </c:pt>
                <c:pt idx="665">
                  <c:v>-4812.9946</c:v>
                </c:pt>
                <c:pt idx="666">
                  <c:v>-5123.7231000000002</c:v>
                </c:pt>
                <c:pt idx="667">
                  <c:v>-15399.087600000001</c:v>
                </c:pt>
                <c:pt idx="668">
                  <c:v>-5301.8555999999999</c:v>
                </c:pt>
                <c:pt idx="669">
                  <c:v>-12545.716399999999</c:v>
                </c:pt>
                <c:pt idx="670">
                  <c:v>-38176.622199999998</c:v>
                </c:pt>
                <c:pt idx="671">
                  <c:v>-13163.3968</c:v>
                </c:pt>
                <c:pt idx="672">
                  <c:v>-12360.169</c:v>
                </c:pt>
                <c:pt idx="673">
                  <c:v>-9124.7409000000007</c:v>
                </c:pt>
                <c:pt idx="674">
                  <c:v>-19212.208600000002</c:v>
                </c:pt>
                <c:pt idx="675">
                  <c:v>-4762.4753000000001</c:v>
                </c:pt>
                <c:pt idx="676">
                  <c:v>-9198.0995999999996</c:v>
                </c:pt>
                <c:pt idx="677">
                  <c:v>-26670.9159</c:v>
                </c:pt>
                <c:pt idx="678">
                  <c:v>-6099.5745999999999</c:v>
                </c:pt>
                <c:pt idx="679">
                  <c:v>4294.1613600000001</c:v>
                </c:pt>
                <c:pt idx="680">
                  <c:v>-12387.1885</c:v>
                </c:pt>
                <c:pt idx="681">
                  <c:v>-13771.659100000001</c:v>
                </c:pt>
                <c:pt idx="682">
                  <c:v>-13243.062900000001</c:v>
                </c:pt>
                <c:pt idx="683">
                  <c:v>-33126.546699999999</c:v>
                </c:pt>
                <c:pt idx="684">
                  <c:v>-35073.090300000003</c:v>
                </c:pt>
                <c:pt idx="685">
                  <c:v>-15943.526099999999</c:v>
                </c:pt>
                <c:pt idx="686">
                  <c:v>-16422.733899999999</c:v>
                </c:pt>
                <c:pt idx="687">
                  <c:v>-14256.615900000001</c:v>
                </c:pt>
                <c:pt idx="688">
                  <c:v>-13931.113799999999</c:v>
                </c:pt>
                <c:pt idx="689">
                  <c:v>-13620.457399999999</c:v>
                </c:pt>
                <c:pt idx="690">
                  <c:v>-27931.156800000001</c:v>
                </c:pt>
                <c:pt idx="691">
                  <c:v>-29201.951499999999</c:v>
                </c:pt>
                <c:pt idx="692">
                  <c:v>-15096.019200000001</c:v>
                </c:pt>
                <c:pt idx="693">
                  <c:v>5335.7947000000004</c:v>
                </c:pt>
                <c:pt idx="694">
                  <c:v>-10435.144899999999</c:v>
                </c:pt>
                <c:pt idx="695">
                  <c:v>-22893.110700000001</c:v>
                </c:pt>
                <c:pt idx="696">
                  <c:v>-43900.690600000002</c:v>
                </c:pt>
                <c:pt idx="697">
                  <c:v>-55449.673300000002</c:v>
                </c:pt>
                <c:pt idx="698">
                  <c:v>-64255.959600000002</c:v>
                </c:pt>
                <c:pt idx="699">
                  <c:v>-35455.761599999998</c:v>
                </c:pt>
                <c:pt idx="700">
                  <c:v>-23327.483700000001</c:v>
                </c:pt>
                <c:pt idx="701">
                  <c:v>-23443.7768</c:v>
                </c:pt>
                <c:pt idx="702">
                  <c:v>-21369.909100000001</c:v>
                </c:pt>
                <c:pt idx="703">
                  <c:v>-18061.562699999999</c:v>
                </c:pt>
                <c:pt idx="704">
                  <c:v>-27758.769</c:v>
                </c:pt>
                <c:pt idx="705">
                  <c:v>-31857.164400000001</c:v>
                </c:pt>
                <c:pt idx="706">
                  <c:v>-15035.9951</c:v>
                </c:pt>
                <c:pt idx="707">
                  <c:v>6442.0121200000003</c:v>
                </c:pt>
                <c:pt idx="708">
                  <c:v>-3991.3791999999999</c:v>
                </c:pt>
                <c:pt idx="709">
                  <c:v>-4157.6511</c:v>
                </c:pt>
                <c:pt idx="710">
                  <c:v>-4542.1823999999997</c:v>
                </c:pt>
                <c:pt idx="711">
                  <c:v>-7999.7601000000004</c:v>
                </c:pt>
                <c:pt idx="712">
                  <c:v>-26132.276999999998</c:v>
                </c:pt>
                <c:pt idx="713">
                  <c:v>-5967.5156999999999</c:v>
                </c:pt>
                <c:pt idx="714">
                  <c:v>-6037.9201000000003</c:v>
                </c:pt>
                <c:pt idx="715">
                  <c:v>-16851.621899999998</c:v>
                </c:pt>
                <c:pt idx="716">
                  <c:v>-17025.8377</c:v>
                </c:pt>
                <c:pt idx="717">
                  <c:v>-17216.217100000002</c:v>
                </c:pt>
                <c:pt idx="718">
                  <c:v>-22291.537499999999</c:v>
                </c:pt>
                <c:pt idx="719">
                  <c:v>-24716.372500000001</c:v>
                </c:pt>
                <c:pt idx="720">
                  <c:v>-12109.1898</c:v>
                </c:pt>
                <c:pt idx="721">
                  <c:v>-23541.591199999999</c:v>
                </c:pt>
                <c:pt idx="722">
                  <c:v>-25174.2853</c:v>
                </c:pt>
                <c:pt idx="723">
                  <c:v>18746.177500000002</c:v>
                </c:pt>
                <c:pt idx="724">
                  <c:v>27831.943800000001</c:v>
                </c:pt>
                <c:pt idx="725">
                  <c:v>9365.4264000000003</c:v>
                </c:pt>
                <c:pt idx="726">
                  <c:v>5901.9513500000003</c:v>
                </c:pt>
                <c:pt idx="727">
                  <c:v>4906.7603200000003</c:v>
                </c:pt>
                <c:pt idx="728">
                  <c:v>9520.4850000000006</c:v>
                </c:pt>
                <c:pt idx="729">
                  <c:v>-14110.6253</c:v>
                </c:pt>
                <c:pt idx="730">
                  <c:v>-18477.044699999999</c:v>
                </c:pt>
                <c:pt idx="731">
                  <c:v>-28472.213400000001</c:v>
                </c:pt>
                <c:pt idx="732">
                  <c:v>-9798.0439999999999</c:v>
                </c:pt>
                <c:pt idx="733">
                  <c:v>-23254.5638</c:v>
                </c:pt>
                <c:pt idx="734">
                  <c:v>-14781.410599999999</c:v>
                </c:pt>
                <c:pt idx="735">
                  <c:v>-24586.0949</c:v>
                </c:pt>
                <c:pt idx="736">
                  <c:v>-18904.242900000001</c:v>
                </c:pt>
                <c:pt idx="737">
                  <c:v>7036.4227000000001</c:v>
                </c:pt>
                <c:pt idx="738">
                  <c:v>5412.3540300000004</c:v>
                </c:pt>
                <c:pt idx="739">
                  <c:v>7570.6600799999997</c:v>
                </c:pt>
                <c:pt idx="740">
                  <c:v>9666.1926999999996</c:v>
                </c:pt>
                <c:pt idx="741">
                  <c:v>6474.3648199999998</c:v>
                </c:pt>
                <c:pt idx="742">
                  <c:v>8822.6358999999993</c:v>
                </c:pt>
                <c:pt idx="743">
                  <c:v>7219.0389999999998</c:v>
                </c:pt>
                <c:pt idx="744">
                  <c:v>4827.1900999999998</c:v>
                </c:pt>
                <c:pt idx="745">
                  <c:v>4494.4959200000003</c:v>
                </c:pt>
                <c:pt idx="746">
                  <c:v>10762.034</c:v>
                </c:pt>
                <c:pt idx="747">
                  <c:v>13710.0663</c:v>
                </c:pt>
                <c:pt idx="748">
                  <c:v>6577.2712300000003</c:v>
                </c:pt>
                <c:pt idx="749">
                  <c:v>6985.6947899999996</c:v>
                </c:pt>
                <c:pt idx="750">
                  <c:v>5059.6181100000003</c:v>
                </c:pt>
                <c:pt idx="751">
                  <c:v>-22760.648700000002</c:v>
                </c:pt>
                <c:pt idx="752">
                  <c:v>5152.0108600000003</c:v>
                </c:pt>
                <c:pt idx="753">
                  <c:v>-27373.688399999999</c:v>
                </c:pt>
                <c:pt idx="754">
                  <c:v>-30820.842199999999</c:v>
                </c:pt>
                <c:pt idx="755">
                  <c:v>-14366.791499999999</c:v>
                </c:pt>
                <c:pt idx="756">
                  <c:v>-19450.560700000002</c:v>
                </c:pt>
                <c:pt idx="757">
                  <c:v>-16733.681700000001</c:v>
                </c:pt>
                <c:pt idx="758">
                  <c:v>-17277.9843</c:v>
                </c:pt>
                <c:pt idx="759">
                  <c:v>-14871.874599999999</c:v>
                </c:pt>
                <c:pt idx="760">
                  <c:v>-39214.600299999998</c:v>
                </c:pt>
                <c:pt idx="761">
                  <c:v>-49269.102500000001</c:v>
                </c:pt>
                <c:pt idx="762">
                  <c:v>-20558.125199999999</c:v>
                </c:pt>
                <c:pt idx="763">
                  <c:v>-32172.85</c:v>
                </c:pt>
                <c:pt idx="764">
                  <c:v>-17529.2598</c:v>
                </c:pt>
                <c:pt idx="765">
                  <c:v>-16232.973</c:v>
                </c:pt>
                <c:pt idx="766">
                  <c:v>-11594.1585</c:v>
                </c:pt>
                <c:pt idx="767">
                  <c:v>-19538.802599999999</c:v>
                </c:pt>
                <c:pt idx="768">
                  <c:v>-22322.456600000001</c:v>
                </c:pt>
                <c:pt idx="769">
                  <c:v>-10459.1405</c:v>
                </c:pt>
                <c:pt idx="770">
                  <c:v>-12883.467500000001</c:v>
                </c:pt>
                <c:pt idx="771">
                  <c:v>9812.8998499999998</c:v>
                </c:pt>
                <c:pt idx="772">
                  <c:v>10281.68643</c:v>
                </c:pt>
                <c:pt idx="773">
                  <c:v>8543.6019300000007</c:v>
                </c:pt>
                <c:pt idx="774">
                  <c:v>19256.482800000002</c:v>
                </c:pt>
                <c:pt idx="775">
                  <c:v>22002.5242</c:v>
                </c:pt>
                <c:pt idx="776">
                  <c:v>11613.158359999999</c:v>
                </c:pt>
                <c:pt idx="777">
                  <c:v>14776.156199999999</c:v>
                </c:pt>
                <c:pt idx="778">
                  <c:v>9075.4430300000004</c:v>
                </c:pt>
                <c:pt idx="779">
                  <c:v>-8558.5010000000002</c:v>
                </c:pt>
                <c:pt idx="780">
                  <c:v>8105.1028399999996</c:v>
                </c:pt>
                <c:pt idx="781">
                  <c:v>17829.243900000001</c:v>
                </c:pt>
                <c:pt idx="782">
                  <c:v>-20230.924999999999</c:v>
                </c:pt>
                <c:pt idx="783">
                  <c:v>10501.801460000001</c:v>
                </c:pt>
                <c:pt idx="784">
                  <c:v>9263.7590700000001</c:v>
                </c:pt>
                <c:pt idx="785">
                  <c:v>5541.0762999999997</c:v>
                </c:pt>
                <c:pt idx="786">
                  <c:v>-207.44406000000001</c:v>
                </c:pt>
                <c:pt idx="787">
                  <c:v>-1649.9641999999999</c:v>
                </c:pt>
                <c:pt idx="788">
                  <c:v>5633.0137000000004</c:v>
                </c:pt>
                <c:pt idx="789">
                  <c:v>5918.7197999999999</c:v>
                </c:pt>
                <c:pt idx="790">
                  <c:v>5057.1486999999997</c:v>
                </c:pt>
                <c:pt idx="791">
                  <c:v>2746.7885999999999</c:v>
                </c:pt>
                <c:pt idx="792">
                  <c:v>-2133.6628999999998</c:v>
                </c:pt>
                <c:pt idx="793">
                  <c:v>-3232.5057000000002</c:v>
                </c:pt>
                <c:pt idx="794">
                  <c:v>-2242.8820000000001</c:v>
                </c:pt>
                <c:pt idx="795">
                  <c:v>-1911.7716</c:v>
                </c:pt>
                <c:pt idx="796">
                  <c:v>-1253.1041</c:v>
                </c:pt>
                <c:pt idx="797">
                  <c:v>-199.49245999999999</c:v>
                </c:pt>
                <c:pt idx="798">
                  <c:v>-4024.5001200000002</c:v>
                </c:pt>
                <c:pt idx="799">
                  <c:v>-1814.78781</c:v>
                </c:pt>
                <c:pt idx="800">
                  <c:v>2422.2644599999999</c:v>
                </c:pt>
                <c:pt idx="801">
                  <c:v>2344.8060700000001</c:v>
                </c:pt>
                <c:pt idx="802">
                  <c:v>4945.3694699999996</c:v>
                </c:pt>
                <c:pt idx="803">
                  <c:v>4789.4662799999996</c:v>
                </c:pt>
                <c:pt idx="804">
                  <c:v>2192.7579799999999</c:v>
                </c:pt>
                <c:pt idx="805">
                  <c:v>2678.4678600000002</c:v>
                </c:pt>
                <c:pt idx="806">
                  <c:v>3226.2757700000002</c:v>
                </c:pt>
                <c:pt idx="807">
                  <c:v>2397.84726</c:v>
                </c:pt>
                <c:pt idx="808">
                  <c:v>2055.6665899999998</c:v>
                </c:pt>
                <c:pt idx="809">
                  <c:v>4530.07251</c:v>
                </c:pt>
                <c:pt idx="810">
                  <c:v>5399.8364799999999</c:v>
                </c:pt>
                <c:pt idx="811">
                  <c:v>3220.2775799999999</c:v>
                </c:pt>
                <c:pt idx="812">
                  <c:v>2850.15832</c:v>
                </c:pt>
                <c:pt idx="813">
                  <c:v>3881.8419600000002</c:v>
                </c:pt>
                <c:pt idx="814">
                  <c:v>3397.2241199999999</c:v>
                </c:pt>
                <c:pt idx="815">
                  <c:v>3161.0491000000002</c:v>
                </c:pt>
                <c:pt idx="816">
                  <c:v>5916.0475999999999</c:v>
                </c:pt>
                <c:pt idx="817">
                  <c:v>1494.6769999999999</c:v>
                </c:pt>
                <c:pt idx="818">
                  <c:v>678.26229999999998</c:v>
                </c:pt>
                <c:pt idx="819">
                  <c:v>582.95100000000002</c:v>
                </c:pt>
                <c:pt idx="820">
                  <c:v>241.19640999999999</c:v>
                </c:pt>
                <c:pt idx="821">
                  <c:v>-4118.6804499999998</c:v>
                </c:pt>
                <c:pt idx="822">
                  <c:v>-7420.6145999999999</c:v>
                </c:pt>
                <c:pt idx="823">
                  <c:v>-12948.432000000001</c:v>
                </c:pt>
                <c:pt idx="824">
                  <c:v>-9611.7306000000008</c:v>
                </c:pt>
                <c:pt idx="825">
                  <c:v>-4826.5857599999999</c:v>
                </c:pt>
                <c:pt idx="826">
                  <c:v>937.83069999999998</c:v>
                </c:pt>
                <c:pt idx="827">
                  <c:v>1941.3620699999999</c:v>
                </c:pt>
                <c:pt idx="828">
                  <c:v>4021.9</c:v>
                </c:pt>
                <c:pt idx="829">
                  <c:v>-15976.7065</c:v>
                </c:pt>
                <c:pt idx="830">
                  <c:v>-27291.686000000002</c:v>
                </c:pt>
                <c:pt idx="831">
                  <c:v>-25403.118600000002</c:v>
                </c:pt>
                <c:pt idx="832">
                  <c:v>-8919.8763999999992</c:v>
                </c:pt>
                <c:pt idx="833">
                  <c:v>-10852.215700000001</c:v>
                </c:pt>
                <c:pt idx="834">
                  <c:v>-9535.4707999999991</c:v>
                </c:pt>
                <c:pt idx="835">
                  <c:v>-8458.0105000000003</c:v>
                </c:pt>
                <c:pt idx="836">
                  <c:v>-10058.816699999999</c:v>
                </c:pt>
                <c:pt idx="837">
                  <c:v>-19158.282800000001</c:v>
                </c:pt>
                <c:pt idx="838">
                  <c:v>-17986.366699999999</c:v>
                </c:pt>
                <c:pt idx="839">
                  <c:v>-10358.1258</c:v>
                </c:pt>
                <c:pt idx="840">
                  <c:v>-8670.9706999999999</c:v>
                </c:pt>
                <c:pt idx="841">
                  <c:v>-6830.3441000000003</c:v>
                </c:pt>
                <c:pt idx="842">
                  <c:v>-12625.0967</c:v>
                </c:pt>
                <c:pt idx="843">
                  <c:v>-14688.7441</c:v>
                </c:pt>
                <c:pt idx="844">
                  <c:v>-28952.1394</c:v>
                </c:pt>
                <c:pt idx="845">
                  <c:v>-34676.527499999997</c:v>
                </c:pt>
                <c:pt idx="846">
                  <c:v>-16225.027899999999</c:v>
                </c:pt>
                <c:pt idx="847">
                  <c:v>-21805.568899999998</c:v>
                </c:pt>
                <c:pt idx="848">
                  <c:v>-22148.0213</c:v>
                </c:pt>
                <c:pt idx="849">
                  <c:v>-24496.183700000001</c:v>
                </c:pt>
                <c:pt idx="850">
                  <c:v>-19527.576799999999</c:v>
                </c:pt>
                <c:pt idx="851">
                  <c:v>-33660.731500000002</c:v>
                </c:pt>
                <c:pt idx="852">
                  <c:v>-42060.464599999999</c:v>
                </c:pt>
                <c:pt idx="853">
                  <c:v>-25655.114300000001</c:v>
                </c:pt>
                <c:pt idx="854">
                  <c:v>-21713.270499999999</c:v>
                </c:pt>
                <c:pt idx="855">
                  <c:v>-22285.6855</c:v>
                </c:pt>
                <c:pt idx="856">
                  <c:v>-19538.510399999999</c:v>
                </c:pt>
                <c:pt idx="857">
                  <c:v>-16580.782800000001</c:v>
                </c:pt>
                <c:pt idx="858">
                  <c:v>-23509.526999999998</c:v>
                </c:pt>
                <c:pt idx="859">
                  <c:v>-26457.022099999998</c:v>
                </c:pt>
                <c:pt idx="860">
                  <c:v>-9552.1064000000006</c:v>
                </c:pt>
                <c:pt idx="861">
                  <c:v>8658.5641400000004</c:v>
                </c:pt>
                <c:pt idx="862">
                  <c:v>5610.5393999999997</c:v>
                </c:pt>
                <c:pt idx="863">
                  <c:v>4620.6593599999997</c:v>
                </c:pt>
                <c:pt idx="864">
                  <c:v>3640.2474699999998</c:v>
                </c:pt>
                <c:pt idx="865">
                  <c:v>10761.374110000001</c:v>
                </c:pt>
                <c:pt idx="866">
                  <c:v>11058.43665</c:v>
                </c:pt>
                <c:pt idx="867">
                  <c:v>6885.2976600000002</c:v>
                </c:pt>
                <c:pt idx="868">
                  <c:v>5732.5246100000004</c:v>
                </c:pt>
                <c:pt idx="869">
                  <c:v>5214.2786699999997</c:v>
                </c:pt>
                <c:pt idx="870">
                  <c:v>4522.4194200000002</c:v>
                </c:pt>
                <c:pt idx="871">
                  <c:v>5174.02664</c:v>
                </c:pt>
                <c:pt idx="872">
                  <c:v>12904.89892</c:v>
                </c:pt>
                <c:pt idx="873">
                  <c:v>13200.88121</c:v>
                </c:pt>
                <c:pt idx="874">
                  <c:v>8192.4467700000005</c:v>
                </c:pt>
                <c:pt idx="875">
                  <c:v>9215.1186600000001</c:v>
                </c:pt>
                <c:pt idx="876">
                  <c:v>-4301.8338999999996</c:v>
                </c:pt>
                <c:pt idx="877">
                  <c:v>-15288.2682</c:v>
                </c:pt>
                <c:pt idx="878">
                  <c:v>-12983.7927</c:v>
                </c:pt>
                <c:pt idx="879">
                  <c:v>-22412.472099999999</c:v>
                </c:pt>
                <c:pt idx="880">
                  <c:v>-24193.732400000001</c:v>
                </c:pt>
                <c:pt idx="881">
                  <c:v>-12749.1389</c:v>
                </c:pt>
                <c:pt idx="882">
                  <c:v>-10917.872100000001</c:v>
                </c:pt>
                <c:pt idx="883">
                  <c:v>-15415.3613</c:v>
                </c:pt>
                <c:pt idx="884">
                  <c:v>-23134.087</c:v>
                </c:pt>
                <c:pt idx="885">
                  <c:v>-17476.855</c:v>
                </c:pt>
                <c:pt idx="886">
                  <c:v>-22364.816699999999</c:v>
                </c:pt>
                <c:pt idx="887">
                  <c:v>-24408.879300000001</c:v>
                </c:pt>
                <c:pt idx="888">
                  <c:v>-12688.7289</c:v>
                </c:pt>
                <c:pt idx="889">
                  <c:v>-11002.804099999999</c:v>
                </c:pt>
                <c:pt idx="890">
                  <c:v>9531.1590099999994</c:v>
                </c:pt>
                <c:pt idx="891">
                  <c:v>-10368.8315</c:v>
                </c:pt>
                <c:pt idx="892">
                  <c:v>-5038.9504999999999</c:v>
                </c:pt>
                <c:pt idx="893">
                  <c:v>-9044.1196</c:v>
                </c:pt>
                <c:pt idx="894">
                  <c:v>-17935.668000000001</c:v>
                </c:pt>
                <c:pt idx="895">
                  <c:v>-4996.5528000000004</c:v>
                </c:pt>
                <c:pt idx="896">
                  <c:v>-4883.2909</c:v>
                </c:pt>
                <c:pt idx="897">
                  <c:v>-4004.4974000000002</c:v>
                </c:pt>
                <c:pt idx="898">
                  <c:v>-13904.1798</c:v>
                </c:pt>
                <c:pt idx="899">
                  <c:v>-7177.3476000000001</c:v>
                </c:pt>
                <c:pt idx="900">
                  <c:v>-11909.061299999999</c:v>
                </c:pt>
                <c:pt idx="901">
                  <c:v>-19029.064299999998</c:v>
                </c:pt>
                <c:pt idx="902">
                  <c:v>-4913.4696000000004</c:v>
                </c:pt>
                <c:pt idx="903">
                  <c:v>-5144.1903000000002</c:v>
                </c:pt>
                <c:pt idx="904">
                  <c:v>-4280.8581999999997</c:v>
                </c:pt>
                <c:pt idx="905">
                  <c:v>5508.0666899999997</c:v>
                </c:pt>
                <c:pt idx="906">
                  <c:v>-11906.796899999999</c:v>
                </c:pt>
                <c:pt idx="907">
                  <c:v>-32468.573</c:v>
                </c:pt>
                <c:pt idx="908">
                  <c:v>-37629.543400000002</c:v>
                </c:pt>
                <c:pt idx="909">
                  <c:v>-18870.925500000001</c:v>
                </c:pt>
                <c:pt idx="910">
                  <c:v>-20723.8573</c:v>
                </c:pt>
                <c:pt idx="911">
                  <c:v>-16488.503499999999</c:v>
                </c:pt>
                <c:pt idx="912">
                  <c:v>-17322.997500000001</c:v>
                </c:pt>
                <c:pt idx="913">
                  <c:v>-23136.468700000001</c:v>
                </c:pt>
                <c:pt idx="914">
                  <c:v>-38732.035900000003</c:v>
                </c:pt>
                <c:pt idx="915">
                  <c:v>-35943.738799999999</c:v>
                </c:pt>
                <c:pt idx="916">
                  <c:v>-19349.731299999999</c:v>
                </c:pt>
                <c:pt idx="917">
                  <c:v>-22520.791399999998</c:v>
                </c:pt>
                <c:pt idx="918">
                  <c:v>-17663.130399999998</c:v>
                </c:pt>
                <c:pt idx="919">
                  <c:v>-15717.3128</c:v>
                </c:pt>
                <c:pt idx="920">
                  <c:v>9980.1506599999993</c:v>
                </c:pt>
                <c:pt idx="921">
                  <c:v>12530.21961</c:v>
                </c:pt>
                <c:pt idx="922">
                  <c:v>11333.052809999999</c:v>
                </c:pt>
                <c:pt idx="923">
                  <c:v>5717.9894299999996</c:v>
                </c:pt>
                <c:pt idx="924">
                  <c:v>6608.0433999999996</c:v>
                </c:pt>
                <c:pt idx="925">
                  <c:v>5277.4382800000003</c:v>
                </c:pt>
                <c:pt idx="926">
                  <c:v>4736.58907</c:v>
                </c:pt>
                <c:pt idx="927">
                  <c:v>4369.5947399999995</c:v>
                </c:pt>
                <c:pt idx="928">
                  <c:v>11557.54312</c:v>
                </c:pt>
                <c:pt idx="929">
                  <c:v>13641.4809</c:v>
                </c:pt>
                <c:pt idx="930">
                  <c:v>6514.2456300000003</c:v>
                </c:pt>
                <c:pt idx="931">
                  <c:v>7381.3339299999998</c:v>
                </c:pt>
                <c:pt idx="932">
                  <c:v>5433.3230599999997</c:v>
                </c:pt>
                <c:pt idx="933">
                  <c:v>6116.1337999999996</c:v>
                </c:pt>
                <c:pt idx="934">
                  <c:v>5036.59717</c:v>
                </c:pt>
                <c:pt idx="935">
                  <c:v>8763.7575300000008</c:v>
                </c:pt>
                <c:pt idx="936">
                  <c:v>11057.86976</c:v>
                </c:pt>
                <c:pt idx="937">
                  <c:v>5862.2422699999997</c:v>
                </c:pt>
                <c:pt idx="938">
                  <c:v>6198.2288399999998</c:v>
                </c:pt>
                <c:pt idx="939">
                  <c:v>6290.3350099999998</c:v>
                </c:pt>
                <c:pt idx="940">
                  <c:v>9584.5828999999994</c:v>
                </c:pt>
                <c:pt idx="941">
                  <c:v>7363.3124100000005</c:v>
                </c:pt>
                <c:pt idx="942">
                  <c:v>13161.939759999999</c:v>
                </c:pt>
                <c:pt idx="943">
                  <c:v>13469.30665</c:v>
                </c:pt>
                <c:pt idx="944">
                  <c:v>8369.5889900000002</c:v>
                </c:pt>
                <c:pt idx="945">
                  <c:v>9187.9096399999999</c:v>
                </c:pt>
                <c:pt idx="946">
                  <c:v>10011.700720000001</c:v>
                </c:pt>
                <c:pt idx="947">
                  <c:v>6831.3875399999997</c:v>
                </c:pt>
                <c:pt idx="948">
                  <c:v>6508.0112499999996</c:v>
                </c:pt>
                <c:pt idx="949">
                  <c:v>10066.6507</c:v>
                </c:pt>
                <c:pt idx="950">
                  <c:v>10008.3233</c:v>
                </c:pt>
                <c:pt idx="951">
                  <c:v>4193.6378299999997</c:v>
                </c:pt>
                <c:pt idx="952">
                  <c:v>5236.4798799999999</c:v>
                </c:pt>
                <c:pt idx="953">
                  <c:v>4254.6151799999998</c:v>
                </c:pt>
                <c:pt idx="954">
                  <c:v>-8324.1740000000009</c:v>
                </c:pt>
                <c:pt idx="955">
                  <c:v>-3959.3717799999999</c:v>
                </c:pt>
                <c:pt idx="956">
                  <c:v>-9714.4138999999996</c:v>
                </c:pt>
                <c:pt idx="957">
                  <c:v>-15387.379199999999</c:v>
                </c:pt>
                <c:pt idx="958">
                  <c:v>-6517.4880999999996</c:v>
                </c:pt>
                <c:pt idx="959">
                  <c:v>-5852.6458000000002</c:v>
                </c:pt>
                <c:pt idx="960">
                  <c:v>-5049.1157000000003</c:v>
                </c:pt>
                <c:pt idx="961">
                  <c:v>-5979.4359999999997</c:v>
                </c:pt>
                <c:pt idx="962">
                  <c:v>-5363.8471</c:v>
                </c:pt>
                <c:pt idx="963">
                  <c:v>-11228.6633</c:v>
                </c:pt>
                <c:pt idx="964">
                  <c:v>-12163.927600000001</c:v>
                </c:pt>
                <c:pt idx="965">
                  <c:v>-7253.9781000000003</c:v>
                </c:pt>
                <c:pt idx="966">
                  <c:v>-5980.3588</c:v>
                </c:pt>
                <c:pt idx="967">
                  <c:v>5888.3406299999997</c:v>
                </c:pt>
                <c:pt idx="968">
                  <c:v>-7292.0025999999998</c:v>
                </c:pt>
                <c:pt idx="969">
                  <c:v>-14054.142400000001</c:v>
                </c:pt>
                <c:pt idx="970">
                  <c:v>-20872.072199999999</c:v>
                </c:pt>
                <c:pt idx="971">
                  <c:v>-21686.024399999998</c:v>
                </c:pt>
                <c:pt idx="972">
                  <c:v>-9507.6440000000002</c:v>
                </c:pt>
                <c:pt idx="973">
                  <c:v>-9853.3652000000002</c:v>
                </c:pt>
                <c:pt idx="974">
                  <c:v>-8337.9508000000005</c:v>
                </c:pt>
                <c:pt idx="975">
                  <c:v>-14267.297</c:v>
                </c:pt>
                <c:pt idx="976">
                  <c:v>-19539.140599999999</c:v>
                </c:pt>
                <c:pt idx="977">
                  <c:v>-22138.080999999998</c:v>
                </c:pt>
                <c:pt idx="978">
                  <c:v>-22751.446</c:v>
                </c:pt>
                <c:pt idx="979">
                  <c:v>-13137.709199999999</c:v>
                </c:pt>
                <c:pt idx="980">
                  <c:v>-14412.270399999999</c:v>
                </c:pt>
                <c:pt idx="981">
                  <c:v>-9614.0444000000007</c:v>
                </c:pt>
                <c:pt idx="982">
                  <c:v>6906.2773200000001</c:v>
                </c:pt>
                <c:pt idx="983">
                  <c:v>5900.4683500000001</c:v>
                </c:pt>
                <c:pt idx="984">
                  <c:v>7723.7919000000002</c:v>
                </c:pt>
                <c:pt idx="985">
                  <c:v>8478.3819700000004</c:v>
                </c:pt>
                <c:pt idx="986">
                  <c:v>4817.4340899999997</c:v>
                </c:pt>
                <c:pt idx="987">
                  <c:v>5191.0146699999996</c:v>
                </c:pt>
                <c:pt idx="988">
                  <c:v>3026.1381299999998</c:v>
                </c:pt>
                <c:pt idx="989">
                  <c:v>2120.0604199999998</c:v>
                </c:pt>
                <c:pt idx="990">
                  <c:v>4277.4118699999999</c:v>
                </c:pt>
                <c:pt idx="991">
                  <c:v>7319.6463100000001</c:v>
                </c:pt>
                <c:pt idx="992">
                  <c:v>10548.30348</c:v>
                </c:pt>
                <c:pt idx="993">
                  <c:v>5231.3001599999998</c:v>
                </c:pt>
                <c:pt idx="994">
                  <c:v>4906.0216200000004</c:v>
                </c:pt>
                <c:pt idx="995">
                  <c:v>3892.6163700000002</c:v>
                </c:pt>
                <c:pt idx="996">
                  <c:v>5252.6000999999997</c:v>
                </c:pt>
                <c:pt idx="997">
                  <c:v>4320.34969</c:v>
                </c:pt>
                <c:pt idx="998">
                  <c:v>15539.0574</c:v>
                </c:pt>
                <c:pt idx="999">
                  <c:v>16141.0206</c:v>
                </c:pt>
              </c:numCache>
            </c:numRef>
          </c:val>
          <c:smooth val="0"/>
        </c:ser>
        <c:dLbls>
          <c:showLegendKey val="0"/>
          <c:showVal val="0"/>
          <c:showCatName val="0"/>
          <c:showSerName val="0"/>
          <c:showPercent val="0"/>
          <c:showBubbleSize val="0"/>
        </c:dLbls>
        <c:smooth val="0"/>
        <c:axId val="-981260928"/>
        <c:axId val="-981268000"/>
      </c:lineChart>
      <c:dateAx>
        <c:axId val="-981260928"/>
        <c:scaling>
          <c:orientation val="minMax"/>
        </c:scaling>
        <c:delete val="0"/>
        <c:axPos val="b"/>
        <c:numFmt formatCode="m/d/yy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268000"/>
        <c:crosses val="autoZero"/>
        <c:auto val="1"/>
        <c:lblOffset val="100"/>
        <c:baseTimeUnit val="days"/>
      </c:dateAx>
      <c:valAx>
        <c:axId val="-981268000"/>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26092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1/14/2026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1/14/2026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1/14/2026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Sales Analysis</a:t>
            </a:r>
            <a:endParaRPr lang="en-US" dirty="0"/>
          </a:p>
        </p:txBody>
      </p:sp>
      <p:sp>
        <p:nvSpPr>
          <p:cNvPr id="3" name="Subtitle 2"/>
          <p:cNvSpPr>
            <a:spLocks noGrp="1"/>
          </p:cNvSpPr>
          <p:nvPr>
            <p:ph type="subTitle" idx="1"/>
          </p:nvPr>
        </p:nvSpPr>
        <p:spPr/>
        <p:txBody>
          <a:bodyPr/>
          <a:lstStyle/>
          <a:p>
            <a:r>
              <a:rPr lang="en-US" dirty="0" smtClean="0"/>
              <a:t>By Nothando </a:t>
            </a:r>
            <a:r>
              <a:rPr lang="en-US" dirty="0" err="1" smtClean="0"/>
              <a:t>MKhomazi</a:t>
            </a:r>
            <a:endParaRPr lang="en-US" dirty="0"/>
          </a:p>
        </p:txBody>
      </p:sp>
    </p:spTree>
    <p:extLst>
      <p:ext uri="{BB962C8B-B14F-4D97-AF65-F5344CB8AC3E}">
        <p14:creationId xmlns:p14="http://schemas.microsoft.com/office/powerpoint/2010/main" val="2705887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08050"/>
            <a:ext cx="2793158" cy="774700"/>
          </a:xfrm>
        </p:spPr>
        <p:txBody>
          <a:bodyPr/>
          <a:lstStyle/>
          <a:p>
            <a:pPr algn="ctr"/>
            <a:r>
              <a:rPr lang="en-US" b="1" dirty="0" smtClean="0"/>
              <a:t>Insights</a:t>
            </a:r>
            <a:endParaRPr lang="en-US" b="1" dirty="0"/>
          </a:p>
        </p:txBody>
      </p:sp>
      <p:sp>
        <p:nvSpPr>
          <p:cNvPr id="4" name="Text Placeholder 3"/>
          <p:cNvSpPr>
            <a:spLocks noGrp="1"/>
          </p:cNvSpPr>
          <p:nvPr>
            <p:ph type="body" sz="half" idx="2"/>
          </p:nvPr>
        </p:nvSpPr>
        <p:spPr>
          <a:xfrm>
            <a:off x="1154954" y="1800226"/>
            <a:ext cx="2793158" cy="4224654"/>
          </a:xfrm>
        </p:spPr>
        <p:txBody>
          <a:bodyPr/>
          <a:lstStyle/>
          <a:p>
            <a:r>
              <a:rPr lang="en-US" dirty="0" smtClean="0"/>
              <a:t>Sales grew from around 13.1 million in January to peak of about 21.2 million in May. </a:t>
            </a:r>
            <a:endParaRPr lang="en-US" dirty="0"/>
          </a:p>
          <a:p>
            <a:r>
              <a:rPr lang="en-US" dirty="0" smtClean="0"/>
              <a:t>The sales started to decline starting from October.</a:t>
            </a:r>
          </a:p>
          <a:p>
            <a:r>
              <a:rPr lang="en-US" dirty="0" smtClean="0"/>
              <a:t>The cost of sales followed the similar pattern peaking at R22.33 million in May.</a:t>
            </a:r>
            <a:endParaRPr lang="en-US" dirty="0" smtClean="0"/>
          </a:p>
          <a:p>
            <a:r>
              <a:rPr lang="en-US" dirty="0" smtClean="0"/>
              <a:t>The cost of sales exceeds the sales causing the negative gross profit. There may be high distribution </a:t>
            </a:r>
            <a:r>
              <a:rPr lang="en-US" dirty="0" smtClean="0"/>
              <a:t>c</a:t>
            </a:r>
            <a:r>
              <a:rPr lang="en-US" dirty="0" smtClean="0"/>
              <a:t>osts the prices are set to low. </a:t>
            </a:r>
          </a:p>
          <a:p>
            <a:endParaRPr lang="en-US" dirty="0" smtClean="0"/>
          </a:p>
          <a:p>
            <a:endParaRPr lang="en-US" dirty="0"/>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2993583086"/>
              </p:ext>
            </p:extLst>
          </p:nvPr>
        </p:nvGraphicFramePr>
        <p:xfrm>
          <a:off x="5854411" y="1295400"/>
          <a:ext cx="5189538" cy="457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28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3355" y="533400"/>
            <a:ext cx="2793158" cy="1003300"/>
          </a:xfrm>
        </p:spPr>
        <p:txBody>
          <a:bodyPr/>
          <a:lstStyle/>
          <a:p>
            <a:pPr algn="ctr"/>
            <a:r>
              <a:rPr lang="en-US" b="1" dirty="0" smtClean="0"/>
              <a:t>Insight</a:t>
            </a:r>
            <a:r>
              <a:rPr lang="en-US" dirty="0" smtClean="0"/>
              <a:t>s</a:t>
            </a: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312136064"/>
              </p:ext>
            </p:extLst>
          </p:nvPr>
        </p:nvGraphicFramePr>
        <p:xfrm>
          <a:off x="5781675" y="1447800"/>
          <a:ext cx="5189538" cy="45720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p:cNvSpPr>
            <a:spLocks noGrp="1"/>
          </p:cNvSpPr>
          <p:nvPr>
            <p:ph type="body" sz="half" idx="2"/>
          </p:nvPr>
        </p:nvSpPr>
        <p:spPr>
          <a:xfrm>
            <a:off x="1154954" y="1892300"/>
            <a:ext cx="2793158" cy="4132579"/>
          </a:xfrm>
        </p:spPr>
        <p:txBody>
          <a:bodyPr>
            <a:normAutofit lnSpcReduction="10000"/>
          </a:bodyPr>
          <a:lstStyle/>
          <a:p>
            <a:r>
              <a:rPr lang="en-US" dirty="0" smtClean="0"/>
              <a:t>Saturday represents the largest share of 24% of total sales, followed by Friday(21%). Monday(13%), Wednesday(12%), etc.</a:t>
            </a:r>
          </a:p>
          <a:p>
            <a:r>
              <a:rPr lang="en-US" dirty="0" smtClean="0"/>
              <a:t>Sales on Saturday are nearly double the sales of Sunday, this indicates a significant weekend spike. </a:t>
            </a:r>
          </a:p>
          <a:p>
            <a:r>
              <a:rPr lang="en-US" dirty="0" smtClean="0"/>
              <a:t>Midweek days have lower sales compared to Saturday and Friday. </a:t>
            </a:r>
          </a:p>
          <a:p>
            <a:r>
              <a:rPr lang="en-US" dirty="0" smtClean="0"/>
              <a:t>Due to high sales happening on Friday and Saturday, we </a:t>
            </a:r>
            <a:r>
              <a:rPr lang="en-US" dirty="0" smtClean="0"/>
              <a:t>promote the premium pricing and for days that have lower sales, we may use discount pricing increase sales. </a:t>
            </a:r>
            <a:endParaRPr lang="en-US" dirty="0" smtClean="0"/>
          </a:p>
        </p:txBody>
      </p:sp>
    </p:spTree>
    <p:extLst>
      <p:ext uri="{BB962C8B-B14F-4D97-AF65-F5344CB8AC3E}">
        <p14:creationId xmlns:p14="http://schemas.microsoft.com/office/powerpoint/2010/main" val="1385923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749300"/>
            <a:ext cx="2793158" cy="479425"/>
          </a:xfrm>
        </p:spPr>
        <p:txBody>
          <a:bodyPr/>
          <a:lstStyle/>
          <a:p>
            <a:pPr algn="ctr"/>
            <a:r>
              <a:rPr lang="en-US" b="1" dirty="0" smtClean="0"/>
              <a:t>Insights</a:t>
            </a:r>
            <a:endParaRPr lang="en-US" b="1"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493119800"/>
              </p:ext>
            </p:extLst>
          </p:nvPr>
        </p:nvGraphicFramePr>
        <p:xfrm>
          <a:off x="5781675" y="1447800"/>
          <a:ext cx="5189538" cy="45720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p:cNvSpPr>
            <a:spLocks noGrp="1"/>
          </p:cNvSpPr>
          <p:nvPr>
            <p:ph type="body" sz="half" idx="2"/>
          </p:nvPr>
        </p:nvSpPr>
        <p:spPr>
          <a:xfrm>
            <a:off x="542925" y="1333500"/>
            <a:ext cx="4067175" cy="4686300"/>
          </a:xfrm>
        </p:spPr>
        <p:txBody>
          <a:bodyPr>
            <a:normAutofit/>
          </a:bodyPr>
          <a:lstStyle/>
          <a:p>
            <a:r>
              <a:rPr lang="en-US" dirty="0" smtClean="0"/>
              <a:t>There is an inverse relationship between the selling price and the quantity sold. The graphs shows that when the prices increases, the quantity drops. For instances, when the prices were ranging from $30 to $32, the quantity sold reach to the high end which is 26410, while the high prices ranging from $40 to $43, the quantity drop to under 1000. </a:t>
            </a:r>
          </a:p>
          <a:p>
            <a:r>
              <a:rPr lang="en-US" dirty="0" smtClean="0"/>
              <a:t>As the prices are increases, the quantity sold drops which indicates elastic demand. The customers are price sensitive. </a:t>
            </a:r>
          </a:p>
          <a:p>
            <a:r>
              <a:rPr lang="en-US" dirty="0" smtClean="0"/>
              <a:t>WHEN the prices are increased, it may reduce the overall sales, if volume falls faster than price rises.</a:t>
            </a:r>
          </a:p>
          <a:p>
            <a:r>
              <a:rPr lang="en-US" u="sng" dirty="0" smtClean="0"/>
              <a:t>Recommendations </a:t>
            </a:r>
          </a:p>
          <a:p>
            <a:r>
              <a:rPr lang="en-US" dirty="0" smtClean="0"/>
              <a:t>Consider promotions on price sensitive segments. </a:t>
            </a:r>
          </a:p>
          <a:p>
            <a:endParaRPr lang="en-US" dirty="0"/>
          </a:p>
        </p:txBody>
      </p:sp>
    </p:spTree>
    <p:extLst>
      <p:ext uri="{BB962C8B-B14F-4D97-AF65-F5344CB8AC3E}">
        <p14:creationId xmlns:p14="http://schemas.microsoft.com/office/powerpoint/2010/main" val="1791216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520700"/>
            <a:ext cx="2793158" cy="927100"/>
          </a:xfrm>
        </p:spPr>
        <p:txBody>
          <a:bodyPr/>
          <a:lstStyle/>
          <a:p>
            <a:pPr algn="ctr"/>
            <a:r>
              <a:rPr lang="en-US" b="1" dirty="0" smtClean="0"/>
              <a:t>Insights</a:t>
            </a:r>
            <a:endParaRPr lang="en-US" b="1" dirty="0"/>
          </a:p>
        </p:txBody>
      </p:sp>
      <p:sp>
        <p:nvSpPr>
          <p:cNvPr id="4" name="Text Placeholder 3"/>
          <p:cNvSpPr>
            <a:spLocks noGrp="1"/>
          </p:cNvSpPr>
          <p:nvPr>
            <p:ph type="body" sz="half" idx="2"/>
          </p:nvPr>
        </p:nvSpPr>
        <p:spPr>
          <a:xfrm>
            <a:off x="1154954" y="1676400"/>
            <a:ext cx="2793158" cy="4348479"/>
          </a:xfrm>
        </p:spPr>
        <p:txBody>
          <a:bodyPr>
            <a:normAutofit lnSpcReduction="10000"/>
          </a:bodyPr>
          <a:lstStyle/>
          <a:p>
            <a:r>
              <a:rPr lang="en-US" dirty="0" smtClean="0"/>
              <a:t>The daily sales are highly variable with many peaks and troughs. </a:t>
            </a:r>
            <a:r>
              <a:rPr lang="en-US" dirty="0" smtClean="0"/>
              <a:t>2013 and 2014 had the highest sales, it slightly declined in 2015.</a:t>
            </a:r>
          </a:p>
          <a:p>
            <a:r>
              <a:rPr lang="en-US" dirty="0" smtClean="0"/>
              <a:t>There is constant negative profit, even on highest sales days. Either the line Hovers at zero or is slightly negative. The annual gross loss worsens from 2014 to 2015.</a:t>
            </a:r>
          </a:p>
          <a:p>
            <a:r>
              <a:rPr lang="en-US" dirty="0" smtClean="0"/>
              <a:t>The graph indicates that the high sales do not translate to profit, it shows that the product makes a loss everyday. </a:t>
            </a:r>
          </a:p>
          <a:p>
            <a:r>
              <a:rPr lang="en-US" dirty="0" smtClean="0"/>
              <a:t>The factors could the setting of price could be low. or the costs that are directly attributable to the product. </a:t>
            </a:r>
            <a:endParaRPr lang="en-US" dirty="0"/>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2015312701"/>
              </p:ext>
            </p:extLst>
          </p:nvPr>
        </p:nvGraphicFramePr>
        <p:xfrm>
          <a:off x="5781675" y="1447800"/>
          <a:ext cx="5189538" cy="457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294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9418" y="1340427"/>
            <a:ext cx="8136082" cy="1107996"/>
          </a:xfrm>
          <a:prstGeom prst="rect">
            <a:avLst/>
          </a:prstGeom>
          <a:noFill/>
        </p:spPr>
        <p:txBody>
          <a:bodyPr wrap="square" rtlCol="0">
            <a:spAutoFit/>
          </a:bodyPr>
          <a:lstStyle/>
          <a:p>
            <a:pPr algn="ctr"/>
            <a:r>
              <a:rPr lang="en-US" sz="6600" b="1" dirty="0" smtClean="0"/>
              <a:t>THANK YOU</a:t>
            </a:r>
            <a:endParaRPr lang="en-US" sz="6600" b="1" dirty="0"/>
          </a:p>
        </p:txBody>
      </p:sp>
    </p:spTree>
    <p:extLst>
      <p:ext uri="{BB962C8B-B14F-4D97-AF65-F5344CB8AC3E}">
        <p14:creationId xmlns:p14="http://schemas.microsoft.com/office/powerpoint/2010/main" val="39326662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252</TotalTime>
  <Words>413</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 Boardroom</vt:lpstr>
      <vt:lpstr>Sales Analysis</vt:lpstr>
      <vt:lpstr>Insights</vt:lpstr>
      <vt:lpstr>Insights</vt:lpstr>
      <vt:lpstr>Insights</vt:lpstr>
      <vt:lpstr>Insights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Analysis</dc:title>
  <dc:creator>Nothando</dc:creator>
  <cp:lastModifiedBy>Nothando</cp:lastModifiedBy>
  <cp:revision>24</cp:revision>
  <dcterms:created xsi:type="dcterms:W3CDTF">2026-01-15T00:36:20Z</dcterms:created>
  <dcterms:modified xsi:type="dcterms:W3CDTF">2026-01-15T09:06:16Z</dcterms:modified>
</cp:coreProperties>
</file>